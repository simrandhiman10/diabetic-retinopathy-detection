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9144000" cy="5143500"/>
  <p:embeddedFontLst>
    <p:embeddedFont>
      <p:font typeface="Jura" panose="02000503000000000000" pitchFamily="2" charset="0"/>
      <p:regular r:id="rId17"/>
      <p:bold r:id="rId18"/>
    </p:embeddedFont>
    <p:embeddedFont>
      <p:font typeface="Jura-medium" panose="02000603000000000000" pitchFamily="2" charset="0"/>
      <p:regular r:id="rId19"/>
    </p:embeddedFont>
    <p:embeddedFont>
      <p:font typeface="Lato" panose="020F0502020204030203" pitchFamily="34" charset="0"/>
      <p:regular r:id="rId20"/>
      <p:bold r:id="rId21"/>
    </p:embeddedFont>
    <p:embeddedFont>
      <p:font typeface="Raleway-demi_bold" pitchFamily="2" charset="77"/>
      <p:regular r:id="rId22"/>
      <p:bold r:id="rId23"/>
    </p:embeddedFont>
    <p:embeddedFont>
      <p:font typeface="Source Sans Pro" panose="020B0503030403020204" pitchFamily="34" charset="0"/>
      <p:regular r:id="rId24"/>
    </p:embeddedFont>
  </p:embeddedFontLst>
  <p:custDataLst>
    <p:tags r:id="rId25"/>
  </p:custDataLst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61" d="100"/>
          <a:sy n="161" d="100"/>
        </p:scale>
        <p:origin x="26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rotWithShape="1">
          <a:gsLst>
            <a:gs pos="0">
              <a:schemeClr val="accent3">
                <a:lumMod val="50000"/>
              </a:schemeClr>
            </a:gs>
            <a:gs pos="100000">
              <a:schemeClr val="accent1"/>
            </a:gs>
          </a:gsLst>
          <a:lin ang="33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50BBBCA4-786C-45CC-AD9F-4E01150A3C7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47E0E8D-598B-4F31-A6B6-12C16F773038}"/>
              </a:ext>
            </a:extLst>
          </p:cNvPr>
          <p:cNvSpPr/>
          <p:nvPr/>
        </p:nvSpPr>
        <p:spPr>
          <a:xfrm>
            <a:off x="-14412" y="-2371"/>
            <a:ext cx="9155857" cy="5157728"/>
          </a:xfrm>
          <a:prstGeom prst="rect">
            <a:avLst/>
          </a:prstGeom>
          <a:gradFill rotWithShape="1">
            <a:gsLst>
              <a:gs pos="0">
                <a:schemeClr val="bg2">
                  <a:lumMod val="50000"/>
                </a:schemeClr>
              </a:gs>
              <a:gs pos="90749">
                <a:schemeClr val="tx2">
                  <a:lumMod val="90000"/>
                  <a:lumOff val="10000"/>
                </a:schemeClr>
              </a:gs>
              <a:gs pos="44053">
                <a:schemeClr val="accent3">
                  <a:lumMod val="50000"/>
                </a:schemeClr>
              </a:gs>
            </a:gsLst>
            <a:lin ang="1566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0FB8EF67-DBAE-4E49-BBA7-5E1E2CF61A1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7462F27-303A-408B-9434-3AD35C48F1F2}"/>
              </a:ext>
            </a:extLst>
          </p:cNvPr>
          <p:cNvSpPr/>
          <p:nvPr/>
        </p:nvSpPr>
        <p:spPr>
          <a:xfrm>
            <a:off x="4692755" y="-14228"/>
            <a:ext cx="4451060" cy="5179070"/>
          </a:xfrm>
          <a:prstGeom prst="rect">
            <a:avLst/>
          </a:prstGeom>
          <a:gradFill rotWithShape="1">
            <a:gsLst>
              <a:gs pos="19824">
                <a:schemeClr val="tx1">
                  <a:alpha val="0"/>
                </a:schemeClr>
              </a:gs>
              <a:gs pos="100000">
                <a:schemeClr val="tx1">
                  <a:alpha val="45000"/>
                </a:schemeClr>
              </a:gs>
            </a:gsLst>
            <a:lin ang="2046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1673F8E3-5A49-4821-8CE0-01915E6747D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C96652C-8C7E-42C1-9B3E-07C299771623}"/>
              </a:ext>
            </a:extLst>
          </p:cNvPr>
          <p:cNvSpPr/>
          <p:nvPr/>
        </p:nvSpPr>
        <p:spPr>
          <a:xfrm>
            <a:off x="-2555" y="14228"/>
            <a:ext cx="4451060" cy="5141919"/>
          </a:xfrm>
          <a:prstGeom prst="rect">
            <a:avLst/>
          </a:prstGeom>
          <a:gradFill rotWithShape="1">
            <a:gsLst>
              <a:gs pos="33921">
                <a:schemeClr val="tx1">
                  <a:alpha val="0"/>
                </a:schemeClr>
              </a:gs>
              <a:gs pos="100000">
                <a:schemeClr val="tx1">
                  <a:alpha val="55000"/>
                </a:schemeClr>
              </a:gs>
            </a:gsLst>
            <a:lin ang="972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4">
            <a:extLst>
              <a:ext uri="{E8D34D1F-9CBE-4D5A-B3DE-671B7F1CE94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230FA8F-7972-49D8-940D-D7E634428EB6}"/>
              </a:ext>
            </a:extLst>
          </p:cNvPr>
          <p:cNvSpPr/>
          <p:nvPr/>
        </p:nvSpPr>
        <p:spPr>
          <a:xfrm rot="16200000">
            <a:off x="4725635" y="755732"/>
            <a:ext cx="4440973" cy="4362586"/>
          </a:xfrm>
          <a:custGeom>
            <a:avLst/>
            <a:gdLst/>
            <a:ahLst/>
            <a:cxnLst/>
            <a:rect l="0" t="0" r="r" b="b"/>
            <a:pathLst>
              <a:path w="2707994" h="1932410">
                <a:moveTo>
                  <a:pt x="2680584" y="0"/>
                </a:moveTo>
                <a:lnTo>
                  <a:pt x="2310548" y="1932410"/>
                </a:lnTo>
                <a:lnTo>
                  <a:pt x="0" y="1929447"/>
                </a:lnTo>
                <a:close/>
              </a:path>
            </a:pathLst>
          </a:custGeom>
          <a:gradFill rotWithShape="1">
            <a:gsLst>
              <a:gs pos="5286">
                <a:schemeClr val="accent6">
                  <a:alpha val="19000"/>
                </a:schemeClr>
              </a:gs>
              <a:gs pos="71366">
                <a:schemeClr val="bg1">
                  <a:alpha val="0"/>
                </a:schemeClr>
              </a:gs>
            </a:gsLst>
            <a:lin ang="168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5">
            <a:extLst>
              <a:ext uri="{76291D5C-C31C-4507-8D47-D4A02DAEC40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17CD3B9-532B-43A3-BC03-DAD4BD14FC5B}"/>
              </a:ext>
            </a:extLst>
          </p:cNvPr>
          <p:cNvSpPr/>
          <p:nvPr/>
        </p:nvSpPr>
        <p:spPr>
          <a:xfrm>
            <a:off x="4655169" y="-9525"/>
            <a:ext cx="4488830" cy="3931966"/>
          </a:xfrm>
          <a:custGeom>
            <a:avLst/>
            <a:gdLst/>
            <a:ahLst/>
            <a:cxnLst/>
            <a:rect l="0" t="0" r="r" b="b"/>
            <a:pathLst>
              <a:path w="4488831" h="3931967">
                <a:moveTo>
                  <a:pt x="2743595" y="0"/>
                </a:moveTo>
                <a:lnTo>
                  <a:pt x="4477273" y="18585"/>
                </a:lnTo>
                <a:lnTo>
                  <a:pt x="4488831" y="3931966"/>
                </a:lnTo>
                <a:lnTo>
                  <a:pt x="0" y="9293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alpha val="7999"/>
                </a:schemeClr>
              </a:gs>
              <a:gs pos="73568">
                <a:schemeClr val="bg1">
                  <a:alpha val="0"/>
                </a:schemeClr>
              </a:gs>
            </a:gsLst>
            <a:lin ang="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3393C282-F10C-4D7D-8C1B-63D4166CDDD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770A77A-DAA3-4B85-9954-41EB9C420B3D}"/>
              </a:ext>
            </a:extLst>
          </p:cNvPr>
          <p:cNvSpPr/>
          <p:nvPr/>
        </p:nvSpPr>
        <p:spPr>
          <a:xfrm rot="16200000">
            <a:off x="4744606" y="755732"/>
            <a:ext cx="4440973" cy="4362586"/>
          </a:xfrm>
          <a:custGeom>
            <a:avLst/>
            <a:gdLst/>
            <a:ahLst/>
            <a:cxnLst/>
            <a:rect l="0" t="0" r="r" b="b"/>
            <a:pathLst>
              <a:path w="2707994" h="1932410">
                <a:moveTo>
                  <a:pt x="2680584" y="0"/>
                </a:moveTo>
                <a:lnTo>
                  <a:pt x="2310548" y="1932410"/>
                </a:lnTo>
                <a:lnTo>
                  <a:pt x="0" y="1929447"/>
                </a:lnTo>
                <a:close/>
              </a:path>
            </a:pathLst>
          </a:custGeom>
          <a:gradFill rotWithShape="1">
            <a:gsLst>
              <a:gs pos="2643">
                <a:schemeClr val="tx2">
                  <a:alpha val="65000"/>
                  <a:lumMod val="90000"/>
                  <a:lumOff val="10000"/>
                </a:schemeClr>
              </a:gs>
              <a:gs pos="73568">
                <a:schemeClr val="tx2">
                  <a:alpha val="0"/>
                  <a:lumMod val="75000"/>
                  <a:lumOff val="25000"/>
                </a:schemeClr>
              </a:gs>
            </a:gsLst>
            <a:lin ang="108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7FCF846D-0A35-4049-A196-C1C8DB94470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F87568A-52B4-4D4D-B6CE-854DD07196CC}"/>
              </a:ext>
            </a:extLst>
          </p:cNvPr>
          <p:cNvSpPr/>
          <p:nvPr/>
        </p:nvSpPr>
        <p:spPr>
          <a:xfrm rot="5400000">
            <a:off x="1955108" y="-1983591"/>
            <a:ext cx="5169963" cy="9108091"/>
          </a:xfrm>
          <a:custGeom>
            <a:avLst/>
            <a:gdLst/>
            <a:ahLst/>
            <a:cxnLst/>
            <a:rect l="0" t="0" r="r" b="b"/>
            <a:pathLst>
              <a:path w="5169963" h="9108091">
                <a:moveTo>
                  <a:pt x="5169963" y="0"/>
                </a:moveTo>
                <a:lnTo>
                  <a:pt x="5159224" y="9063751"/>
                </a:lnTo>
                <a:lnTo>
                  <a:pt x="0" y="9108091"/>
                </a:lnTo>
                <a:close/>
              </a:path>
            </a:pathLst>
          </a:custGeom>
          <a:gradFill rotWithShape="1">
            <a:gsLst>
              <a:gs pos="7930">
                <a:schemeClr val="bg2">
                  <a:alpha val="33999"/>
                  <a:lumMod val="50000"/>
                </a:schemeClr>
              </a:gs>
              <a:gs pos="45374">
                <a:schemeClr val="bg2">
                  <a:alpha val="5000"/>
                  <a:lumMod val="50000"/>
                </a:schemeClr>
              </a:gs>
            </a:gsLst>
            <a:lin ang="36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5087900F-0582-44E3-BA2D-C85ECA3910A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5F94D1E-0752-4C80-8560-A39C6E9B5E5E}"/>
              </a:ext>
            </a:extLst>
          </p:cNvPr>
          <p:cNvSpPr/>
          <p:nvPr/>
        </p:nvSpPr>
        <p:spPr>
          <a:xfrm rot="5400000">
            <a:off x="974448" y="-972261"/>
            <a:ext cx="5160099" cy="7114107"/>
          </a:xfrm>
          <a:custGeom>
            <a:avLst/>
            <a:gdLst/>
            <a:ahLst/>
            <a:cxnLst/>
            <a:rect l="0" t="0" r="r" b="b"/>
            <a:pathLst>
              <a:path w="5160100" h="7114108">
                <a:moveTo>
                  <a:pt x="4742739" y="0"/>
                </a:moveTo>
                <a:lnTo>
                  <a:pt x="2760274" y="7114108"/>
                </a:lnTo>
                <a:lnTo>
                  <a:pt x="0" y="4145154"/>
                </a:lnTo>
                <a:close/>
              </a:path>
            </a:pathLst>
          </a:custGeom>
          <a:gradFill rotWithShape="1">
            <a:gsLst>
              <a:gs pos="7930">
                <a:schemeClr val="bg2">
                  <a:alpha val="0"/>
                  <a:lumMod val="50000"/>
                </a:schemeClr>
              </a:gs>
              <a:gs pos="56828">
                <a:schemeClr val="bg2">
                  <a:alpha val="7999"/>
                  <a:lumMod val="50000"/>
                </a:schemeClr>
              </a:gs>
            </a:gsLst>
            <a:lin ang="984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D58EA62C-9D34-4E55-999F-11B86B99687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79D27DC-0E64-4FA7-80B5-B2855F7A7C02}"/>
              </a:ext>
            </a:extLst>
          </p:cNvPr>
          <p:cNvSpPr/>
          <p:nvPr/>
        </p:nvSpPr>
        <p:spPr>
          <a:xfrm rot="5400000">
            <a:off x="1069860" y="488982"/>
            <a:ext cx="4154797" cy="5083097"/>
          </a:xfrm>
          <a:custGeom>
            <a:avLst/>
            <a:gdLst/>
            <a:ahLst/>
            <a:cxnLst/>
            <a:rect l="0" t="0" r="r" b="b"/>
            <a:pathLst>
              <a:path w="4154797" h="5083098">
                <a:moveTo>
                  <a:pt x="1638354" y="0"/>
                </a:moveTo>
                <a:lnTo>
                  <a:pt x="4154797" y="2874177"/>
                </a:lnTo>
                <a:lnTo>
                  <a:pt x="0" y="5083098"/>
                </a:lnTo>
                <a:close/>
              </a:path>
            </a:pathLst>
          </a:custGeom>
          <a:gradFill rotWithShape="1">
            <a:gsLst>
              <a:gs pos="7930">
                <a:schemeClr val="tx2">
                  <a:alpha val="36000"/>
                  <a:lumMod val="90000"/>
                  <a:lumOff val="10000"/>
                </a:schemeClr>
              </a:gs>
              <a:gs pos="56828">
                <a:schemeClr val="tx2">
                  <a:alpha val="0"/>
                  <a:lumMod val="90000"/>
                  <a:lumOff val="10000"/>
                </a:schemeClr>
              </a:gs>
            </a:gsLst>
            <a:lin ang="984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92ABD944-D689-470F-A9D1-C011EE781D0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CDE37C4-E8F5-4DF6-9C59-9389588FE06B}"/>
              </a:ext>
            </a:extLst>
          </p:cNvPr>
          <p:cNvSpPr/>
          <p:nvPr/>
        </p:nvSpPr>
        <p:spPr>
          <a:xfrm>
            <a:off x="4588969" y="4703"/>
            <a:ext cx="2427484" cy="2025625"/>
          </a:xfrm>
          <a:custGeom>
            <a:avLst/>
            <a:gdLst/>
            <a:ahLst/>
            <a:cxnLst/>
            <a:rect l="0" t="0" r="r" b="b"/>
            <a:pathLst>
              <a:path w="2427484" h="2025626">
                <a:moveTo>
                  <a:pt x="9525" y="0"/>
                </a:moveTo>
                <a:lnTo>
                  <a:pt x="75410" y="0"/>
                </a:lnTo>
                <a:lnTo>
                  <a:pt x="2427484" y="2025626"/>
                </a:lnTo>
                <a:close/>
              </a:path>
            </a:pathLst>
          </a:custGeom>
          <a:solidFill>
            <a:schemeClr val="accent3">
              <a:alpha val="20999"/>
              <a:lumMod val="75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E9B0BD8B-C14C-4F2D-A1A0-E6E735A5356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7F018B1-A0E8-468A-A739-8B01449779E2}"/>
              </a:ext>
            </a:extLst>
          </p:cNvPr>
          <p:cNvSpPr/>
          <p:nvPr/>
        </p:nvSpPr>
        <p:spPr>
          <a:xfrm>
            <a:off x="-12238" y="-14228"/>
            <a:ext cx="7199675" cy="4069269"/>
          </a:xfrm>
          <a:custGeom>
            <a:avLst/>
            <a:gdLst/>
            <a:ahLst/>
            <a:cxnLst/>
            <a:rect l="0" t="0" r="r" b="b"/>
            <a:pathLst>
              <a:path w="7199675" h="4069270">
                <a:moveTo>
                  <a:pt x="0" y="18971"/>
                </a:moveTo>
                <a:lnTo>
                  <a:pt x="199314" y="0"/>
                </a:lnTo>
                <a:lnTo>
                  <a:pt x="7199676" y="4069270"/>
                </a:lnTo>
                <a:close/>
              </a:path>
            </a:pathLst>
          </a:custGeom>
          <a:solidFill>
            <a:schemeClr val="accent3">
              <a:alpha val="5000"/>
              <a:lumMod val="20000"/>
              <a:lumOff val="80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D7F1F0F7-5F0D-4BD3-B04D-FAADA296C7F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128A1AD-51FE-4FB8-B46F-045C2194374C}"/>
              </a:ext>
            </a:extLst>
          </p:cNvPr>
          <p:cNvSpPr/>
          <p:nvPr/>
        </p:nvSpPr>
        <p:spPr>
          <a:xfrm>
            <a:off x="16415" y="2803116"/>
            <a:ext cx="2864614" cy="777651"/>
          </a:xfrm>
          <a:custGeom>
            <a:avLst/>
            <a:gdLst/>
            <a:ahLst/>
            <a:cxnLst/>
            <a:rect l="0" t="0" r="r" b="b"/>
            <a:pathLst>
              <a:path w="2864614" h="777651">
                <a:moveTo>
                  <a:pt x="0" y="94697"/>
                </a:moveTo>
                <a:lnTo>
                  <a:pt x="9485" y="0"/>
                </a:lnTo>
                <a:lnTo>
                  <a:pt x="2864614" y="777651"/>
                </a:lnTo>
                <a:close/>
              </a:path>
            </a:pathLst>
          </a:custGeom>
          <a:solidFill>
            <a:schemeClr val="accent3">
              <a:alpha val="1999"/>
              <a:lumMod val="20000"/>
              <a:lumOff val="80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68A4E196-0673-40F2-B969-9998AFDF46E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36E9BA5-B8E9-4694-9CE2-7DD53E3E5439}"/>
              </a:ext>
            </a:extLst>
          </p:cNvPr>
          <p:cNvSpPr/>
          <p:nvPr/>
        </p:nvSpPr>
        <p:spPr>
          <a:xfrm flipH="1">
            <a:off x="2956913" y="4742"/>
            <a:ext cx="2067834" cy="2371369"/>
          </a:xfrm>
          <a:custGeom>
            <a:avLst/>
            <a:gdLst/>
            <a:ahLst/>
            <a:cxnLst/>
            <a:rect l="0" t="0" r="r" b="b"/>
            <a:pathLst>
              <a:path w="2067834" h="2371370">
                <a:moveTo>
                  <a:pt x="1944523" y="0"/>
                </a:moveTo>
                <a:lnTo>
                  <a:pt x="2067834" y="9485"/>
                </a:lnTo>
                <a:lnTo>
                  <a:pt x="0" y="2371369"/>
                </a:lnTo>
                <a:close/>
              </a:path>
            </a:pathLst>
          </a:custGeom>
          <a:solidFill>
            <a:schemeClr val="tx2">
              <a:alpha val="100000"/>
              <a:lumMod val="90000"/>
              <a:lumOff val="10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A6D4CB81-27D0-4071-8DC5-46FB984A566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90824FD-8DBC-4E42-82F9-247FF873912E}"/>
              </a:ext>
            </a:extLst>
          </p:cNvPr>
          <p:cNvSpPr/>
          <p:nvPr/>
        </p:nvSpPr>
        <p:spPr>
          <a:xfrm>
            <a:off x="6419112" y="2451996"/>
            <a:ext cx="2712846" cy="2703400"/>
          </a:xfrm>
          <a:custGeom>
            <a:avLst/>
            <a:gdLst/>
            <a:ahLst/>
            <a:cxnLst/>
            <a:rect l="0" t="0" r="r" b="b"/>
            <a:pathLst>
              <a:path w="2712846" h="2703400">
                <a:moveTo>
                  <a:pt x="0" y="0"/>
                </a:moveTo>
                <a:lnTo>
                  <a:pt x="2712846" y="2693875"/>
                </a:lnTo>
                <a:lnTo>
                  <a:pt x="2665617" y="2703400"/>
                </a:lnTo>
                <a:close/>
              </a:path>
            </a:pathLst>
          </a:custGeom>
          <a:solidFill>
            <a:schemeClr val="tx1">
              <a:alpha val="16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546D1B5E-9F33-4DD9-ACAA-197D9C98682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21EB9E2-D966-483F-B44D-C90C959A28A1}"/>
              </a:ext>
            </a:extLst>
          </p:cNvPr>
          <p:cNvSpPr/>
          <p:nvPr/>
        </p:nvSpPr>
        <p:spPr>
          <a:xfrm>
            <a:off x="-12040" y="2871728"/>
            <a:ext cx="2248058" cy="2264657"/>
          </a:xfrm>
          <a:custGeom>
            <a:avLst/>
            <a:gdLst/>
            <a:ahLst/>
            <a:cxnLst/>
            <a:rect l="0" t="0" r="r" b="b"/>
            <a:pathLst>
              <a:path w="1764299" h="1875753">
                <a:moveTo>
                  <a:pt x="7114" y="0"/>
                </a:moveTo>
                <a:lnTo>
                  <a:pt x="1764299" y="462417"/>
                </a:lnTo>
                <a:lnTo>
                  <a:pt x="1517676" y="1875753"/>
                </a:lnTo>
                <a:lnTo>
                  <a:pt x="0" y="1695529"/>
                </a:lnTo>
                <a:close/>
              </a:path>
            </a:pathLst>
          </a:custGeom>
          <a:gradFill rotWithShape="1">
            <a:gsLst>
              <a:gs pos="54626">
                <a:schemeClr val="tx2">
                  <a:alpha val="0"/>
                </a:schemeClr>
              </a:gs>
              <a:gs pos="100000">
                <a:schemeClr val="tx2">
                  <a:alpha val="63000"/>
                </a:schemeClr>
              </a:gs>
            </a:gsLst>
            <a:lin ang="1506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2B4AE33F-8036-42E0-A43B-662622A05FD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673CA7D-29C6-4920-B224-E5CD592CC49E}"/>
              </a:ext>
            </a:extLst>
          </p:cNvPr>
          <p:cNvSpPr/>
          <p:nvPr/>
        </p:nvSpPr>
        <p:spPr>
          <a:xfrm>
            <a:off x="664194" y="-95250"/>
            <a:ext cx="7806548" cy="5340323"/>
          </a:xfrm>
          <a:prstGeom prst="ellipse">
            <a:avLst/>
          </a:prstGeom>
          <a:gradFill rotWithShape="1">
            <a:gsLst>
              <a:gs pos="0">
                <a:schemeClr val="bg2">
                  <a:alpha val="53999"/>
                  <a:lumMod val="50000"/>
                </a:schemeClr>
              </a:gs>
              <a:gs pos="61233">
                <a:schemeClr val="bg2">
                  <a:alpha val="0"/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D3A4F07C-880B-4C54-8354-97AD6B7584D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7D8C721-76C1-40D7-87B2-3EEE96613F3D}"/>
              </a:ext>
            </a:extLst>
          </p:cNvPr>
          <p:cNvSpPr/>
          <p:nvPr/>
        </p:nvSpPr>
        <p:spPr>
          <a:xfrm>
            <a:off x="2805027" y="3656651"/>
            <a:ext cx="2219720" cy="1470367"/>
          </a:xfrm>
          <a:custGeom>
            <a:avLst/>
            <a:gdLst/>
            <a:ahLst/>
            <a:cxnLst/>
            <a:rect l="0" t="0" r="r" b="b"/>
            <a:pathLst>
              <a:path w="2219720" h="1470368">
                <a:moveTo>
                  <a:pt x="0" y="1470368"/>
                </a:moveTo>
                <a:lnTo>
                  <a:pt x="1650592" y="0"/>
                </a:lnTo>
                <a:lnTo>
                  <a:pt x="2219720" y="388905"/>
                </a:lnTo>
                <a:close/>
              </a:path>
            </a:pathLst>
          </a:custGeom>
          <a:gradFill rotWithShape="1">
            <a:gsLst>
              <a:gs pos="22026">
                <a:schemeClr val="accent5">
                  <a:alpha val="0"/>
                  <a:lumMod val="50000"/>
                </a:schemeClr>
              </a:gs>
              <a:gs pos="95595">
                <a:schemeClr val="accent5">
                  <a:alpha val="37000"/>
                  <a:lumMod val="50000"/>
                </a:schemeClr>
              </a:gs>
            </a:gsLst>
            <a:lin ang="774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0540720E-B604-4699-93EB-AC642FC18FF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F996740-44B5-42FA-A2F3-BE8D3BC03477}"/>
              </a:ext>
            </a:extLst>
          </p:cNvPr>
          <p:cNvSpPr/>
          <p:nvPr/>
        </p:nvSpPr>
        <p:spPr>
          <a:xfrm>
            <a:off x="1230556" y="3457456"/>
            <a:ext cx="1603045" cy="1669444"/>
          </a:xfrm>
          <a:custGeom>
            <a:avLst/>
            <a:gdLst/>
            <a:ahLst/>
            <a:cxnLst/>
            <a:rect l="0" t="0" r="r" b="b"/>
            <a:pathLst>
              <a:path w="1603046" h="1669444">
                <a:moveTo>
                  <a:pt x="1603046" y="1659959"/>
                </a:moveTo>
                <a:lnTo>
                  <a:pt x="0" y="0"/>
                </a:lnTo>
                <a:lnTo>
                  <a:pt x="825237" y="189710"/>
                </a:lnTo>
                <a:close/>
              </a:path>
            </a:pathLst>
          </a:custGeom>
          <a:gradFill rotWithShape="1">
            <a:gsLst>
              <a:gs pos="22026">
                <a:schemeClr val="accent1">
                  <a:alpha val="0"/>
                  <a:lumMod val="50000"/>
                </a:schemeClr>
              </a:gs>
              <a:gs pos="95595">
                <a:schemeClr val="accent1">
                  <a:alpha val="79000"/>
                  <a:lumMod val="50000"/>
                </a:schemeClr>
              </a:gs>
            </a:gsLst>
            <a:lin ang="774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L-Shape 19">
            <a:extLst>
              <a:ext uri="{1B8835C2-D580-4BEE-89A2-329360120C3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7A42FCC-2081-4B6A-A374-FAF8B3BAA135}"/>
              </a:ext>
            </a:extLst>
          </p:cNvPr>
          <p:cNvSpPr/>
          <p:nvPr/>
        </p:nvSpPr>
        <p:spPr>
          <a:xfrm rot="16200000">
            <a:off x="7540902" y="2878795"/>
            <a:ext cx="260250" cy="298774"/>
          </a:xfrm>
          <a:prstGeom prst="corner">
            <a:avLst>
              <a:gd name="adj1" fmla="val 14261"/>
              <a:gd name="adj2" fmla="val 11512"/>
            </a:avLst>
          </a:prstGeom>
          <a:solidFill>
            <a:schemeClr val="bg1"/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L-Shape 20">
            <a:extLst>
              <a:ext uri="{E0D4C11D-D26A-4163-B44A-48DBD892816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01558A3-CB6F-4F31-9D9B-EA0DCF9922E8}"/>
              </a:ext>
            </a:extLst>
          </p:cNvPr>
          <p:cNvSpPr/>
          <p:nvPr/>
        </p:nvSpPr>
        <p:spPr>
          <a:xfrm rot="5400000">
            <a:off x="1337383" y="1422590"/>
            <a:ext cx="260250" cy="298774"/>
          </a:xfrm>
          <a:prstGeom prst="corner">
            <a:avLst>
              <a:gd name="adj1" fmla="val 14261"/>
              <a:gd name="adj2" fmla="val 11512"/>
            </a:avLst>
          </a:prstGeom>
          <a:solidFill>
            <a:schemeClr val="bg1"/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0265D590-33E8-4C5A-8CEA-BD9147A8485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85EF7A9-74B7-4CD7-BE24-8E76B7B92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4720" y="1431419"/>
            <a:ext cx="5899280" cy="1554480"/>
          </a:xfrm>
          <a:prstGeom prst="rect">
            <a:avLst/>
          </a:prstGeom>
        </p:spPr>
        <p:txBody>
          <a:bodyPr rtlCol="0"/>
          <a:lstStyle>
            <a:lvl1pPr lvl="0" algn="ctr">
              <a:defRPr lang="en-US" sz="4400" b="1" dirty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Subtitle 2">
            <a:extLst>
              <a:ext uri="{3A42A8EC-F07C-4204-A81C-7496683C9AF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F5EF615-C7B2-4469-8089-6E231623BB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6211" y="2987201"/>
            <a:ext cx="5903528" cy="320039"/>
          </a:xfrm>
          <a:prstGeom prst="rect">
            <a:avLst/>
          </a:prstGeom>
        </p:spPr>
        <p:txBody>
          <a:bodyPr lIns="91440" tIns="0" rtlCol="0" anchor="t">
            <a:norm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buNone/>
              <a:defRPr lang="en-US" sz="1800" b="0" i="0" baseline="0" dirty="0">
                <a:solidFill>
                  <a:schemeClr val="bg2"/>
                </a:solidFill>
                <a:latin typeface="+mn-lt"/>
              </a:defRPr>
            </a:lvl1pPr>
            <a:lvl2pPr marL="457200" lvl="1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2pPr>
            <a:lvl3pPr marL="914400" lvl="2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3pPr>
            <a:lvl4pPr marL="1371600" lvl="3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4pPr>
            <a:lvl5pPr marL="1828800" lvl="4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5pPr>
            <a:lvl6pPr marL="2286000" lvl="5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6pPr>
            <a:lvl7pPr marL="2743200" lvl="6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7pPr>
            <a:lvl8pPr marL="3200400" lvl="7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8pPr>
            <a:lvl9pPr marL="3657600" lvl="8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4" name="Slide Number Placeholder 5">
            <a:extLst>
              <a:ext uri="{8734DC7A-94A8-4709-9E73-CA843E733F2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DFD41EE-FCB6-425D-9047-C22DD6598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25" name="Footer Placeholder 4">
            <a:extLst>
              <a:ext uri="{B18272D7-9199-4769-8F90-50E7662E6DA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1D1D277-086F-4B57-9BCF-AAFC07493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26" name="Date Placeholder 3">
            <a:extLst>
              <a:ext uri="{53C0FF78-9B73-498E-902D-73CCB9C37D8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8CD011F-2C45-4FA3-B99A-887A834AE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C3BB8F81-3FEA-4A4C-AAF3-5E42E3EF3B90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3216670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E72BA6A6-0FBD-4BBA-8F2C-1C878AB7E42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5DC2FA2-A9EA-45E0-A0AD-49072153D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EEF6A41C-0C42-481A-82F0-1DA6D8B035F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5458C1E-3012-4D43-80F6-0DFC9AB3B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4">
            <a:extLst>
              <a:ext uri="{7C1457AB-EAEB-4968-BE2A-CB9A5D37EC8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19FC897-52EC-4E26-86C1-11F1BBAD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5" name="Footer Placeholder 3">
            <a:extLst>
              <a:ext uri="{7AD87840-D33F-41F4-AAF5-9D67AE3E63B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FE9EF4F-194B-43C5-B86C-8665F2549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6" name="Date Placeholder 1">
            <a:extLst>
              <a:ext uri="{F7D24E46-6DE3-4432-BDF3-64DD6786276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FC3B67D-261B-4D4A-A72F-24258CA49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0AD87CC6-2363-446F-A1E2-7D3B517ED3F4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3216670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83A0B1DA-AA98-4852-BC74-A6CF8F506C7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D1D0928-3A49-46F6-A730-098611663693}"/>
              </a:ext>
            </a:extLst>
          </p:cNvPr>
          <p:cNvSpPr/>
          <p:nvPr/>
        </p:nvSpPr>
        <p:spPr>
          <a:xfrm>
            <a:off x="4676775" y="0"/>
            <a:ext cx="4469780" cy="3884341"/>
          </a:xfrm>
          <a:custGeom>
            <a:avLst/>
            <a:gdLst/>
            <a:ahLst/>
            <a:cxnLst/>
            <a:rect l="0" t="0" r="r" b="b"/>
            <a:pathLst>
              <a:path w="5417635" h="3884341">
                <a:moveTo>
                  <a:pt x="3302307" y="0"/>
                </a:moveTo>
                <a:lnTo>
                  <a:pt x="5403626" y="18585"/>
                </a:lnTo>
                <a:lnTo>
                  <a:pt x="5417635" y="3884341"/>
                </a:lnTo>
                <a:lnTo>
                  <a:pt x="0" y="9293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alpha val="7999"/>
                </a:schemeClr>
              </a:gs>
              <a:gs pos="73568">
                <a:schemeClr val="bg1">
                  <a:alpha val="0"/>
                </a:schemeClr>
              </a:gs>
            </a:gsLst>
            <a:lin ang="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B7815D2F-1C32-47A9-9E47-400B5F846BD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AD5EFA9-C60A-4822-808F-E812E87F328D}"/>
              </a:ext>
            </a:extLst>
          </p:cNvPr>
          <p:cNvSpPr/>
          <p:nvPr/>
        </p:nvSpPr>
        <p:spPr>
          <a:xfrm>
            <a:off x="-14412" y="-2371"/>
            <a:ext cx="9155857" cy="5157728"/>
          </a:xfrm>
          <a:prstGeom prst="rect">
            <a:avLst/>
          </a:prstGeom>
          <a:gradFill rotWithShape="1">
            <a:gsLst>
              <a:gs pos="0">
                <a:schemeClr val="bg2">
                  <a:lumMod val="50000"/>
                </a:schemeClr>
              </a:gs>
              <a:gs pos="90749">
                <a:schemeClr val="tx2">
                  <a:lumMod val="90000"/>
                  <a:lumOff val="10000"/>
                </a:schemeClr>
              </a:gs>
              <a:gs pos="44053">
                <a:schemeClr val="accent3">
                  <a:lumMod val="50000"/>
                </a:schemeClr>
              </a:gs>
            </a:gsLst>
            <a:lin ang="1566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: Shape 3">
            <a:extLst>
              <a:ext uri="{632B70C7-0954-4022-8A74-424872C5527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1CE9983-13A4-4835-8C48-8E57BB14205D}"/>
              </a:ext>
            </a:extLst>
          </p:cNvPr>
          <p:cNvSpPr/>
          <p:nvPr/>
        </p:nvSpPr>
        <p:spPr>
          <a:xfrm rot="16200000">
            <a:off x="4725635" y="755732"/>
            <a:ext cx="4440973" cy="4362586"/>
          </a:xfrm>
          <a:custGeom>
            <a:avLst/>
            <a:gdLst/>
            <a:ahLst/>
            <a:cxnLst/>
            <a:rect l="0" t="0" r="r" b="b"/>
            <a:pathLst>
              <a:path w="2707994" h="1932410">
                <a:moveTo>
                  <a:pt x="2680584" y="0"/>
                </a:moveTo>
                <a:lnTo>
                  <a:pt x="2310548" y="1932410"/>
                </a:lnTo>
                <a:lnTo>
                  <a:pt x="0" y="1929447"/>
                </a:lnTo>
                <a:close/>
              </a:path>
            </a:pathLst>
          </a:custGeom>
          <a:gradFill rotWithShape="1">
            <a:gsLst>
              <a:gs pos="5286">
                <a:schemeClr val="accent6">
                  <a:alpha val="19000"/>
                </a:schemeClr>
              </a:gs>
              <a:gs pos="71366">
                <a:schemeClr val="bg1">
                  <a:alpha val="0"/>
                </a:schemeClr>
              </a:gs>
            </a:gsLst>
            <a:lin ang="168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4">
            <a:extLst>
              <a:ext uri="{0DCD4FF6-95FE-465F-9433-E0AEE6917AB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35ED6A1-53DD-4A1A-88E2-338604C2604D}"/>
              </a:ext>
            </a:extLst>
          </p:cNvPr>
          <p:cNvSpPr/>
          <p:nvPr/>
        </p:nvSpPr>
        <p:spPr>
          <a:xfrm>
            <a:off x="4636119" y="38100"/>
            <a:ext cx="4469780" cy="3884341"/>
          </a:xfrm>
          <a:custGeom>
            <a:avLst/>
            <a:gdLst/>
            <a:ahLst/>
            <a:cxnLst/>
            <a:rect l="0" t="0" r="r" b="b"/>
            <a:pathLst>
              <a:path w="5417635" h="3884341">
                <a:moveTo>
                  <a:pt x="3302307" y="0"/>
                </a:moveTo>
                <a:lnTo>
                  <a:pt x="5403626" y="18585"/>
                </a:lnTo>
                <a:lnTo>
                  <a:pt x="5417635" y="3884341"/>
                </a:lnTo>
                <a:lnTo>
                  <a:pt x="0" y="9293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alpha val="7999"/>
                </a:schemeClr>
              </a:gs>
              <a:gs pos="73568">
                <a:schemeClr val="bg1">
                  <a:alpha val="0"/>
                </a:schemeClr>
              </a:gs>
            </a:gsLst>
            <a:lin ang="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5">
            <a:extLst>
              <a:ext uri="{8F2F8407-63C7-4806-A98F-9539C6EBA91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FA8E7D5-CA40-498D-B33D-B2EF73BCCD8D}"/>
              </a:ext>
            </a:extLst>
          </p:cNvPr>
          <p:cNvSpPr/>
          <p:nvPr/>
        </p:nvSpPr>
        <p:spPr>
          <a:xfrm rot="16200000">
            <a:off x="4744606" y="755732"/>
            <a:ext cx="4440973" cy="4362586"/>
          </a:xfrm>
          <a:custGeom>
            <a:avLst/>
            <a:gdLst/>
            <a:ahLst/>
            <a:cxnLst/>
            <a:rect l="0" t="0" r="r" b="b"/>
            <a:pathLst>
              <a:path w="2707994" h="1932410">
                <a:moveTo>
                  <a:pt x="2680584" y="0"/>
                </a:moveTo>
                <a:lnTo>
                  <a:pt x="2310548" y="1932410"/>
                </a:lnTo>
                <a:lnTo>
                  <a:pt x="0" y="1929447"/>
                </a:lnTo>
                <a:close/>
              </a:path>
            </a:pathLst>
          </a:custGeom>
          <a:gradFill rotWithShape="1">
            <a:gsLst>
              <a:gs pos="2643">
                <a:schemeClr val="tx2">
                  <a:alpha val="65000"/>
                  <a:lumMod val="90000"/>
                  <a:lumOff val="10000"/>
                </a:schemeClr>
              </a:gs>
              <a:gs pos="73568">
                <a:schemeClr val="tx2">
                  <a:alpha val="0"/>
                  <a:lumMod val="75000"/>
                  <a:lumOff val="25000"/>
                </a:schemeClr>
              </a:gs>
            </a:gsLst>
            <a:lin ang="108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71B9675C-478B-4722-8EC9-50DF4B0ABC3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D94B51F-4A31-437C-8596-FD7AF0DD3BE7}"/>
              </a:ext>
            </a:extLst>
          </p:cNvPr>
          <p:cNvSpPr/>
          <p:nvPr/>
        </p:nvSpPr>
        <p:spPr>
          <a:xfrm rot="5400000">
            <a:off x="1955108" y="-1983591"/>
            <a:ext cx="5169963" cy="9108091"/>
          </a:xfrm>
          <a:custGeom>
            <a:avLst/>
            <a:gdLst/>
            <a:ahLst/>
            <a:cxnLst/>
            <a:rect l="0" t="0" r="r" b="b"/>
            <a:pathLst>
              <a:path w="5169963" h="9108091">
                <a:moveTo>
                  <a:pt x="5169963" y="0"/>
                </a:moveTo>
                <a:lnTo>
                  <a:pt x="5159224" y="9063751"/>
                </a:lnTo>
                <a:lnTo>
                  <a:pt x="0" y="9108091"/>
                </a:lnTo>
                <a:close/>
              </a:path>
            </a:pathLst>
          </a:custGeom>
          <a:gradFill rotWithShape="1">
            <a:gsLst>
              <a:gs pos="7930">
                <a:schemeClr val="bg2">
                  <a:alpha val="33999"/>
                  <a:lumMod val="50000"/>
                </a:schemeClr>
              </a:gs>
              <a:gs pos="45374">
                <a:schemeClr val="bg2">
                  <a:alpha val="5000"/>
                  <a:lumMod val="50000"/>
                </a:schemeClr>
              </a:gs>
            </a:gsLst>
            <a:lin ang="36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AF19ED77-9134-47EC-A947-86A76464BA0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D5FC521-FE1D-43D4-BFB9-1F522B4A72C9}"/>
              </a:ext>
            </a:extLst>
          </p:cNvPr>
          <p:cNvSpPr/>
          <p:nvPr/>
        </p:nvSpPr>
        <p:spPr>
          <a:xfrm rot="5400000">
            <a:off x="974448" y="-972261"/>
            <a:ext cx="5160099" cy="7114107"/>
          </a:xfrm>
          <a:custGeom>
            <a:avLst/>
            <a:gdLst/>
            <a:ahLst/>
            <a:cxnLst/>
            <a:rect l="0" t="0" r="r" b="b"/>
            <a:pathLst>
              <a:path w="5160100" h="7114108">
                <a:moveTo>
                  <a:pt x="4742739" y="0"/>
                </a:moveTo>
                <a:lnTo>
                  <a:pt x="2760274" y="7114108"/>
                </a:lnTo>
                <a:lnTo>
                  <a:pt x="0" y="4145154"/>
                </a:lnTo>
                <a:close/>
              </a:path>
            </a:pathLst>
          </a:custGeom>
          <a:gradFill rotWithShape="1">
            <a:gsLst>
              <a:gs pos="7930">
                <a:schemeClr val="bg2">
                  <a:alpha val="0"/>
                  <a:lumMod val="50000"/>
                </a:schemeClr>
              </a:gs>
              <a:gs pos="56828">
                <a:schemeClr val="bg2">
                  <a:alpha val="7999"/>
                  <a:lumMod val="50000"/>
                </a:schemeClr>
              </a:gs>
            </a:gsLst>
            <a:lin ang="984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8DEC88FB-7220-465A-B368-835AB757060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719E291-2AF1-4788-9CF7-29FFC5007C25}"/>
              </a:ext>
            </a:extLst>
          </p:cNvPr>
          <p:cNvSpPr/>
          <p:nvPr/>
        </p:nvSpPr>
        <p:spPr>
          <a:xfrm rot="5400000">
            <a:off x="1069860" y="488982"/>
            <a:ext cx="4154797" cy="5083097"/>
          </a:xfrm>
          <a:custGeom>
            <a:avLst/>
            <a:gdLst/>
            <a:ahLst/>
            <a:cxnLst/>
            <a:rect l="0" t="0" r="r" b="b"/>
            <a:pathLst>
              <a:path w="4154797" h="5083098">
                <a:moveTo>
                  <a:pt x="1638354" y="0"/>
                </a:moveTo>
                <a:lnTo>
                  <a:pt x="4154797" y="2874177"/>
                </a:lnTo>
                <a:lnTo>
                  <a:pt x="0" y="5083098"/>
                </a:lnTo>
                <a:close/>
              </a:path>
            </a:pathLst>
          </a:custGeom>
          <a:gradFill rotWithShape="1">
            <a:gsLst>
              <a:gs pos="7930">
                <a:schemeClr val="tx2">
                  <a:alpha val="36000"/>
                  <a:lumMod val="90000"/>
                  <a:lumOff val="10000"/>
                </a:schemeClr>
              </a:gs>
              <a:gs pos="56828">
                <a:schemeClr val="tx2">
                  <a:alpha val="0"/>
                  <a:lumMod val="90000"/>
                  <a:lumOff val="10000"/>
                </a:schemeClr>
              </a:gs>
            </a:gsLst>
            <a:lin ang="984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4A3B6596-4B69-42C9-98CA-872124D51A2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311D716-D34A-4848-8B99-A1A3DB44005D}"/>
              </a:ext>
            </a:extLst>
          </p:cNvPr>
          <p:cNvSpPr/>
          <p:nvPr/>
        </p:nvSpPr>
        <p:spPr>
          <a:xfrm>
            <a:off x="4522294" y="4703"/>
            <a:ext cx="2494159" cy="2025625"/>
          </a:xfrm>
          <a:custGeom>
            <a:avLst/>
            <a:gdLst/>
            <a:ahLst/>
            <a:cxnLst/>
            <a:rect l="0" t="0" r="r" b="b"/>
            <a:pathLst>
              <a:path w="2494160" h="2025626">
                <a:moveTo>
                  <a:pt x="0" y="9525"/>
                </a:moveTo>
                <a:lnTo>
                  <a:pt x="142085" y="0"/>
                </a:lnTo>
                <a:lnTo>
                  <a:pt x="2494159" y="2025626"/>
                </a:lnTo>
                <a:close/>
              </a:path>
            </a:pathLst>
          </a:custGeom>
          <a:solidFill>
            <a:schemeClr val="accent3">
              <a:alpha val="20999"/>
              <a:lumMod val="75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32DD518E-2B80-4C3B-8F5A-80397AA8BF2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C97DE94-E28A-494E-8A04-A727A1BD42E6}"/>
              </a:ext>
            </a:extLst>
          </p:cNvPr>
          <p:cNvSpPr/>
          <p:nvPr/>
        </p:nvSpPr>
        <p:spPr>
          <a:xfrm>
            <a:off x="-12238" y="-14228"/>
            <a:ext cx="7199675" cy="4069269"/>
          </a:xfrm>
          <a:custGeom>
            <a:avLst/>
            <a:gdLst/>
            <a:ahLst/>
            <a:cxnLst/>
            <a:rect l="0" t="0" r="r" b="b"/>
            <a:pathLst>
              <a:path w="7199675" h="4069270">
                <a:moveTo>
                  <a:pt x="0" y="18971"/>
                </a:moveTo>
                <a:lnTo>
                  <a:pt x="199314" y="0"/>
                </a:lnTo>
                <a:lnTo>
                  <a:pt x="7199676" y="4069270"/>
                </a:lnTo>
                <a:close/>
              </a:path>
            </a:pathLst>
          </a:custGeom>
          <a:solidFill>
            <a:schemeClr val="bg1">
              <a:alpha val="7999"/>
              <a:lumMod val="85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843305AF-6096-4151-8C22-A1BBF49D40E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DCE8A3E-D52C-4164-BE54-D5A2FF2C7CEF}"/>
              </a:ext>
            </a:extLst>
          </p:cNvPr>
          <p:cNvSpPr/>
          <p:nvPr/>
        </p:nvSpPr>
        <p:spPr>
          <a:xfrm>
            <a:off x="16415" y="2803116"/>
            <a:ext cx="2864614" cy="777651"/>
          </a:xfrm>
          <a:custGeom>
            <a:avLst/>
            <a:gdLst/>
            <a:ahLst/>
            <a:cxnLst/>
            <a:rect l="0" t="0" r="r" b="b"/>
            <a:pathLst>
              <a:path w="2864614" h="777651">
                <a:moveTo>
                  <a:pt x="0" y="94697"/>
                </a:moveTo>
                <a:lnTo>
                  <a:pt x="9485" y="0"/>
                </a:lnTo>
                <a:lnTo>
                  <a:pt x="2864614" y="777651"/>
                </a:lnTo>
                <a:close/>
              </a:path>
            </a:pathLst>
          </a:custGeom>
          <a:solidFill>
            <a:schemeClr val="bg1">
              <a:alpha val="16000"/>
              <a:lumMod val="85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9DDA8D30-070D-4AFF-B391-3DEA4F7836B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4DFE854-555A-4EC9-9BE4-97E25F2A5F89}"/>
              </a:ext>
            </a:extLst>
          </p:cNvPr>
          <p:cNvSpPr/>
          <p:nvPr/>
        </p:nvSpPr>
        <p:spPr>
          <a:xfrm>
            <a:off x="-12040" y="2871728"/>
            <a:ext cx="2248058" cy="2264657"/>
          </a:xfrm>
          <a:custGeom>
            <a:avLst/>
            <a:gdLst/>
            <a:ahLst/>
            <a:cxnLst/>
            <a:rect l="0" t="0" r="r" b="b"/>
            <a:pathLst>
              <a:path w="1764299" h="1875753">
                <a:moveTo>
                  <a:pt x="7114" y="0"/>
                </a:moveTo>
                <a:lnTo>
                  <a:pt x="1764299" y="462417"/>
                </a:lnTo>
                <a:lnTo>
                  <a:pt x="1517676" y="1875753"/>
                </a:lnTo>
                <a:lnTo>
                  <a:pt x="0" y="1695529"/>
                </a:lnTo>
                <a:close/>
              </a:path>
            </a:pathLst>
          </a:custGeom>
          <a:gradFill rotWithShape="1">
            <a:gsLst>
              <a:gs pos="54626">
                <a:schemeClr val="tx2">
                  <a:alpha val="0"/>
                </a:schemeClr>
              </a:gs>
              <a:gs pos="100000">
                <a:schemeClr val="tx2">
                  <a:alpha val="63000"/>
                </a:schemeClr>
              </a:gs>
            </a:gsLst>
            <a:lin ang="1506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B958C2CD-44DB-45B7-8A21-586F9A521C2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2376BD8-1BFD-401B-84D1-715EDDFBB270}"/>
              </a:ext>
            </a:extLst>
          </p:cNvPr>
          <p:cNvSpPr/>
          <p:nvPr/>
        </p:nvSpPr>
        <p:spPr>
          <a:xfrm>
            <a:off x="664194" y="-95250"/>
            <a:ext cx="7806548" cy="5340323"/>
          </a:xfrm>
          <a:prstGeom prst="ellipse">
            <a:avLst/>
          </a:prstGeom>
          <a:gradFill rotWithShape="1">
            <a:gsLst>
              <a:gs pos="0">
                <a:schemeClr val="bg2">
                  <a:alpha val="53999"/>
                  <a:lumMod val="50000"/>
                </a:schemeClr>
              </a:gs>
              <a:gs pos="61233">
                <a:schemeClr val="bg2">
                  <a:alpha val="0"/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671E5D3A-A15C-4249-864E-E7A858BBB7A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163D35B-B4CE-4858-8EF2-DE5680A3B3A3}"/>
              </a:ext>
            </a:extLst>
          </p:cNvPr>
          <p:cNvSpPr/>
          <p:nvPr/>
        </p:nvSpPr>
        <p:spPr>
          <a:xfrm>
            <a:off x="2805027" y="3656651"/>
            <a:ext cx="2219720" cy="1470367"/>
          </a:xfrm>
          <a:custGeom>
            <a:avLst/>
            <a:gdLst/>
            <a:ahLst/>
            <a:cxnLst/>
            <a:rect l="0" t="0" r="r" b="b"/>
            <a:pathLst>
              <a:path w="2219720" h="1470368">
                <a:moveTo>
                  <a:pt x="0" y="1470368"/>
                </a:moveTo>
                <a:lnTo>
                  <a:pt x="1650592" y="0"/>
                </a:lnTo>
                <a:lnTo>
                  <a:pt x="2219720" y="388905"/>
                </a:lnTo>
                <a:close/>
              </a:path>
            </a:pathLst>
          </a:custGeom>
          <a:gradFill rotWithShape="1">
            <a:gsLst>
              <a:gs pos="22026">
                <a:schemeClr val="accent5">
                  <a:alpha val="0"/>
                  <a:lumMod val="50000"/>
                </a:schemeClr>
              </a:gs>
              <a:gs pos="95595">
                <a:schemeClr val="accent5">
                  <a:alpha val="37000"/>
                  <a:lumMod val="50000"/>
                </a:schemeClr>
              </a:gs>
            </a:gsLst>
            <a:lin ang="774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6E9096E-7C32-4AB3-9D48-58880162A61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313F651-BA57-4439-9875-6FE461359448}"/>
              </a:ext>
            </a:extLst>
          </p:cNvPr>
          <p:cNvSpPr/>
          <p:nvPr/>
        </p:nvSpPr>
        <p:spPr>
          <a:xfrm>
            <a:off x="1230556" y="3457456"/>
            <a:ext cx="1603045" cy="1669444"/>
          </a:xfrm>
          <a:custGeom>
            <a:avLst/>
            <a:gdLst/>
            <a:ahLst/>
            <a:cxnLst/>
            <a:rect l="0" t="0" r="r" b="b"/>
            <a:pathLst>
              <a:path w="1603046" h="1669444">
                <a:moveTo>
                  <a:pt x="1603046" y="1659959"/>
                </a:moveTo>
                <a:lnTo>
                  <a:pt x="0" y="0"/>
                </a:lnTo>
                <a:lnTo>
                  <a:pt x="825237" y="189710"/>
                </a:lnTo>
                <a:close/>
              </a:path>
            </a:pathLst>
          </a:custGeom>
          <a:gradFill rotWithShape="1">
            <a:gsLst>
              <a:gs pos="22026">
                <a:schemeClr val="accent1">
                  <a:alpha val="0"/>
                  <a:lumMod val="50000"/>
                </a:schemeClr>
              </a:gs>
              <a:gs pos="95595">
                <a:schemeClr val="accent1">
                  <a:alpha val="79000"/>
                  <a:lumMod val="50000"/>
                </a:schemeClr>
              </a:gs>
            </a:gsLst>
            <a:lin ang="774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2369FE42-F458-4EA5-AC27-FA06AFEA1CD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840FA3D-71C2-4C6F-8AC8-DBE8670465C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-19415" y="-19050"/>
            <a:ext cx="9166837" cy="5171436"/>
          </a:xfrm>
          <a:custGeom>
            <a:avLst/>
            <a:gdLst/>
            <a:ahLst/>
            <a:cxnLst/>
            <a:rect l="0" t="0" r="r" b="b"/>
            <a:pathLst>
              <a:path w="9166838" h="5171437">
                <a:moveTo>
                  <a:pt x="9166507" y="0"/>
                </a:moveTo>
                <a:lnTo>
                  <a:pt x="9166837" y="5171437"/>
                </a:lnTo>
                <a:lnTo>
                  <a:pt x="6265686" y="3925654"/>
                </a:lnTo>
                <a:lnTo>
                  <a:pt x="2957551" y="4292847"/>
                </a:lnTo>
                <a:lnTo>
                  <a:pt x="0" y="2435028"/>
                </a:lnTo>
                <a:lnTo>
                  <a:pt x="365" y="14395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bg1"/>
            </a:bgClr>
          </a:patt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8003BE5C-1CF8-4A2B-9D6A-C56FB94BE6D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0727F5E-42DD-4A2D-86D2-FCC0077C8FF9}"/>
              </a:ext>
            </a:extLst>
          </p:cNvPr>
          <p:cNvSpPr/>
          <p:nvPr/>
        </p:nvSpPr>
        <p:spPr>
          <a:xfrm rot="-10800000" flipH="1">
            <a:off x="7916707" y="-6287"/>
            <a:ext cx="1208210" cy="815323"/>
          </a:xfrm>
          <a:custGeom>
            <a:avLst/>
            <a:gdLst/>
            <a:ahLst/>
            <a:cxnLst/>
            <a:rect l="0" t="0" r="r" b="b"/>
            <a:pathLst>
              <a:path w="3012445" h="2036181">
                <a:moveTo>
                  <a:pt x="2093407" y="1402582"/>
                </a:moveTo>
                <a:lnTo>
                  <a:pt x="3004038" y="0"/>
                </a:lnTo>
                <a:lnTo>
                  <a:pt x="3012445" y="2036181"/>
                </a:lnTo>
                <a:lnTo>
                  <a:pt x="0" y="2020137"/>
                </a:lnTo>
                <a:close/>
              </a:path>
            </a:pathLst>
          </a:custGeom>
          <a:gradFill rotWithShape="1">
            <a:gsLst>
              <a:gs pos="0">
                <a:schemeClr val="bg2">
                  <a:lumMod val="50000"/>
                </a:schemeClr>
              </a:gs>
              <a:gs pos="90749">
                <a:schemeClr val="tx2">
                  <a:lumMod val="90000"/>
                  <a:lumOff val="10000"/>
                </a:schemeClr>
              </a:gs>
              <a:gs pos="44053">
                <a:schemeClr val="accent3">
                  <a:lumMod val="50000"/>
                </a:schemeClr>
              </a:gs>
            </a:gsLst>
            <a:lin ang="1566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6AEBE3FA-5ADB-4895-ADDF-838A282992D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9E2FFC6-4C34-43B8-B250-DCE1FE6B2BA0}"/>
              </a:ext>
            </a:extLst>
          </p:cNvPr>
          <p:cNvSpPr/>
          <p:nvPr/>
        </p:nvSpPr>
        <p:spPr>
          <a:xfrm rot="-10800000" flipH="1">
            <a:off x="8419509" y="-10467"/>
            <a:ext cx="694011" cy="257548"/>
          </a:xfrm>
          <a:custGeom>
            <a:avLst/>
            <a:gdLst/>
            <a:ahLst/>
            <a:cxnLst/>
            <a:rect l="0" t="0" r="r" b="b"/>
            <a:pathLst>
              <a:path w="949205" h="352251">
                <a:moveTo>
                  <a:pt x="460141" y="0"/>
                </a:moveTo>
                <a:lnTo>
                  <a:pt x="949205" y="331317"/>
                </a:lnTo>
                <a:lnTo>
                  <a:pt x="656128" y="352251"/>
                </a:lnTo>
                <a:lnTo>
                  <a:pt x="0" y="343842"/>
                </a:lnTo>
                <a:close/>
              </a:path>
            </a:pathLst>
          </a:custGeom>
          <a:gradFill rotWithShape="1">
            <a:gsLst>
              <a:gs pos="100000">
                <a:schemeClr val="accent3">
                  <a:alpha val="87000"/>
                </a:schemeClr>
              </a:gs>
              <a:gs pos="0">
                <a:schemeClr val="accent3">
                  <a:alpha val="0"/>
                  <a:lumMod val="75000"/>
                </a:schemeClr>
              </a:gs>
            </a:gsLst>
            <a:lin ang="936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A3C3CBEA-E3CF-4AAD-97FD-D0655C82CB1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1349587-AEE0-4BAC-83F5-8D62F4D64AD0}"/>
              </a:ext>
            </a:extLst>
          </p:cNvPr>
          <p:cNvSpPr/>
          <p:nvPr/>
        </p:nvSpPr>
        <p:spPr>
          <a:xfrm rot="-10800000" flipH="1">
            <a:off x="7909314" y="-621"/>
            <a:ext cx="1216332" cy="817050"/>
          </a:xfrm>
          <a:custGeom>
            <a:avLst/>
            <a:gdLst/>
            <a:ahLst/>
            <a:cxnLst/>
            <a:rect l="0" t="0" r="r" b="b"/>
            <a:pathLst>
              <a:path w="2377699" h="1597177">
                <a:moveTo>
                  <a:pt x="1605735" y="1035825"/>
                </a:moveTo>
                <a:lnTo>
                  <a:pt x="2377699" y="0"/>
                </a:lnTo>
                <a:lnTo>
                  <a:pt x="1658985" y="1115553"/>
                </a:lnTo>
                <a:lnTo>
                  <a:pt x="0" y="159717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3C3BF4A2-9A4E-41CD-A0C6-CF5D8CFDDD7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D9F4D10-E417-4360-9FEA-D7C3CCA49984}"/>
              </a:ext>
            </a:extLst>
          </p:cNvPr>
          <p:cNvSpPr/>
          <p:nvPr/>
        </p:nvSpPr>
        <p:spPr>
          <a:xfrm rot="-10800000" flipH="1">
            <a:off x="7343774" y="-19367"/>
            <a:ext cx="1841145" cy="874247"/>
          </a:xfrm>
          <a:custGeom>
            <a:avLst/>
            <a:gdLst/>
            <a:ahLst/>
            <a:cxnLst/>
            <a:rect l="0" t="0" r="r" b="b"/>
            <a:pathLst>
              <a:path w="2997095" h="1423138">
                <a:moveTo>
                  <a:pt x="2030737" y="693397"/>
                </a:moveTo>
                <a:lnTo>
                  <a:pt x="2997095" y="0"/>
                </a:lnTo>
                <a:lnTo>
                  <a:pt x="2345385" y="904924"/>
                </a:lnTo>
                <a:lnTo>
                  <a:pt x="749353" y="1413652"/>
                </a:lnTo>
                <a:lnTo>
                  <a:pt x="0" y="1423138"/>
                </a:lnTo>
                <a:lnTo>
                  <a:pt x="1504418" y="533996"/>
                </a:lnTo>
                <a:close/>
              </a:path>
            </a:pathLst>
          </a:custGeom>
          <a:gradFill rotWithShape="1">
            <a:gsLst>
              <a:gs pos="14978">
                <a:schemeClr val="accent2">
                  <a:alpha val="5000"/>
                  <a:lumMod val="75000"/>
                </a:schemeClr>
              </a:gs>
              <a:gs pos="90749">
                <a:schemeClr val="bg2">
                  <a:alpha val="43000"/>
                </a:schemeClr>
              </a:gs>
            </a:gsLst>
            <a:lin ang="1482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E3A46320-4C9E-47E8-8B4F-5166F52B18A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DE812D5-AA34-4F11-986F-BD01CD48D40B}"/>
              </a:ext>
            </a:extLst>
          </p:cNvPr>
          <p:cNvSpPr/>
          <p:nvPr/>
        </p:nvSpPr>
        <p:spPr>
          <a:xfrm rot="-10800000" flipH="1">
            <a:off x="7354024" y="-13962"/>
            <a:ext cx="886446" cy="502962"/>
          </a:xfrm>
          <a:custGeom>
            <a:avLst/>
            <a:gdLst/>
            <a:ahLst/>
            <a:cxnLst/>
            <a:rect l="0" t="0" r="r" b="b"/>
            <a:pathLst>
              <a:path w="886447" h="502963">
                <a:moveTo>
                  <a:pt x="0" y="489305"/>
                </a:moveTo>
                <a:lnTo>
                  <a:pt x="605527" y="502963"/>
                </a:lnTo>
                <a:lnTo>
                  <a:pt x="886447" y="372104"/>
                </a:lnTo>
                <a:lnTo>
                  <a:pt x="870546" y="0"/>
                </a:lnTo>
                <a:lnTo>
                  <a:pt x="547222" y="186052"/>
                </a:lnTo>
                <a:close/>
              </a:path>
            </a:pathLst>
          </a:custGeom>
          <a:gradFill rotWithShape="1">
            <a:gsLst>
              <a:gs pos="14978">
                <a:srgbClr val="C6265E">
                  <a:alpha val="22000"/>
                </a:srgbClr>
              </a:gs>
              <a:gs pos="90749">
                <a:srgbClr val="BD3B70">
                  <a:alpha val="0"/>
                </a:srgbClr>
              </a:gs>
            </a:gsLst>
            <a:lin ang="720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2F6B881C-5C9B-4CC0-9CC5-37F0B784163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7CCD458-A12D-4890-9D0B-59900869CE28}"/>
              </a:ext>
            </a:extLst>
          </p:cNvPr>
          <p:cNvSpPr/>
          <p:nvPr/>
        </p:nvSpPr>
        <p:spPr>
          <a:xfrm rot="-10800000" flipH="1">
            <a:off x="8221546" y="117385"/>
            <a:ext cx="504087" cy="372103"/>
          </a:xfrm>
          <a:custGeom>
            <a:avLst/>
            <a:gdLst/>
            <a:ahLst/>
            <a:cxnLst/>
            <a:rect l="0" t="0" r="r" b="b"/>
            <a:pathLst>
              <a:path w="820575" h="605726">
                <a:moveTo>
                  <a:pt x="0" y="0"/>
                </a:moveTo>
                <a:lnTo>
                  <a:pt x="25885" y="605726"/>
                </a:lnTo>
                <a:cubicBezTo>
                  <a:pt x="293358" y="523369"/>
                  <a:pt x="570357" y="462265"/>
                  <a:pt x="820575" y="374594"/>
                </a:cubicBezTo>
                <a:lnTo>
                  <a:pt x="553101" y="167372"/>
                </a:lnTo>
                <a:close/>
              </a:path>
            </a:pathLst>
          </a:custGeom>
          <a:gradFill rotWithShape="1">
            <a:gsLst>
              <a:gs pos="14978">
                <a:schemeClr val="accent2">
                  <a:alpha val="30000"/>
                  <a:lumMod val="75000"/>
                </a:schemeClr>
              </a:gs>
              <a:gs pos="73128">
                <a:schemeClr val="accent2">
                  <a:alpha val="13000"/>
                  <a:lumMod val="50000"/>
                </a:schemeClr>
              </a:gs>
            </a:gsLst>
            <a:lin ang="450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C0C681D-3C5B-4354-9041-7B92F6205A2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D53C2D8-C1E4-4B81-8817-57C8C2017C3C}"/>
              </a:ext>
            </a:extLst>
          </p:cNvPr>
          <p:cNvSpPr txBox="1">
            <a:spLocks noGrp="1"/>
          </p:cNvSpPr>
          <p:nvPr/>
        </p:nvSpPr>
        <p:spPr>
          <a:xfrm>
            <a:off x="6120892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b="0" dirty="0">
                <a:solidFill>
                  <a:schemeClr val="bg1">
                    <a:lumMod val="75000"/>
                  </a:schemeClr>
                </a:solidFill>
                <a:latin typeface="Jura"/>
              </a:rPr>
              <a:t>&lt;#&gt;</a:t>
            </a:r>
          </a:p>
        </p:txBody>
      </p:sp>
      <p:sp>
        <p:nvSpPr>
          <p:cNvPr id="25" name="Title 1">
            <a:extLst>
              <a:ext uri="{01F9F703-279A-4CFB-B2FA-4B143536F8F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8122E2A-55EE-42FB-B6DF-06339B9EC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8199" y="1935562"/>
            <a:ext cx="6813154" cy="558890"/>
          </a:xfrm>
          <a:prstGeom prst="rect">
            <a:avLst/>
          </a:prstGeom>
        </p:spPr>
        <p:txBody>
          <a:bodyPr rtlCol="0" anchor="t"/>
          <a:lstStyle>
            <a:lvl1pPr lvl="0">
              <a:defRPr lang="en-US" sz="4000" b="1" dirty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6" name="Text Placeholder 2">
            <a:extLst>
              <a:ext uri="{FC9B5F2C-AB78-4052-A844-0809FD4D03A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658C7E3-1AEE-4DE7-9CFD-E1FAA2A39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9118" y="1353859"/>
            <a:ext cx="6812235" cy="51181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lvl="0" indent="0" algn="l">
              <a:lnSpc>
                <a:spcPct val="100000"/>
              </a:lnSpc>
              <a:buNone/>
              <a:defRPr lang="en-US" sz="1800" i="0" dirty="0">
                <a:solidFill>
                  <a:schemeClr val="accent1"/>
                </a:solidFill>
                <a:latin typeface="Jura-medium"/>
              </a:defRPr>
            </a:lvl1pPr>
            <a:lvl2pPr marL="457200" lvl="1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2pPr>
            <a:lvl3pPr marL="914400" lvl="2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3pPr>
            <a:lvl4pPr marL="1371600" lvl="3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4pPr>
            <a:lvl5pPr marL="1828800" lvl="4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5pPr>
            <a:lvl6pPr marL="2286000" lvl="5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6pPr>
            <a:lvl7pPr marL="2743200" lvl="6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7pPr>
            <a:lvl8pPr marL="3200400" lvl="7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8pPr>
            <a:lvl9pPr marL="3657600" lvl="8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Slide Number Placeholder 5">
            <a:extLst>
              <a:ext uri="{38C8672B-C75A-426B-B97F-902DBFF0C7E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3082DA2-43B1-4D54-ADFF-94E548C76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28" name="Footer Placeholder 4">
            <a:extLst>
              <a:ext uri="{3C6BBDA6-0C96-46E7-BAE6-6B72AF0DF8D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BAD1F74-2321-4BB5-8138-29ADC2871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29" name="Date Placeholder 3">
            <a:extLst>
              <a:ext uri="{3DFC0D95-CA9A-4406-99D4-8DB83C18FFA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3E8F198-C544-49C2-A431-FCD7D956E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custDataLst>
      <p:tags r:id="rId1"/>
    </p:custDataLst>
    <p:extLst>
      <p:ext uri="{DC66A436-88AE-4AA1-83F2-66E84540C8A0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32166703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A648A54A-25B8-4866-ABA5-CAF94EBD5E8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5F489D4-B30A-4FD1-B156-88401EFFB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13DFB0D0-CF07-48B9-AC19-8314E7D0FB9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B3A7E1B-3AC3-4B38-A28D-6FB1475F0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825" y="1381125"/>
            <a:ext cx="3586111" cy="2870199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ED10C22-1F2C-4B5C-8929-E62D67DD10C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482EBDD-7995-4C97-AE45-4F3BFF7630F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75243" y="1381125"/>
            <a:ext cx="3586111" cy="2870199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6">
            <a:extLst>
              <a:ext uri="{FB5EF84B-DF5D-422C-8ED1-769729607CB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66ACCC1-3FF0-4C84-A397-41F5C9316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6" name="Footer Placeholder 5">
            <a:extLst>
              <a:ext uri="{0187FD86-D611-46A2-9F6A-B80FD785BD9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EBD0ABA-330D-4E8D-B2EC-D663709B4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7" name="Date Placeholder 4">
            <a:extLst>
              <a:ext uri="{C0EA9EF9-7E31-4BE4-8859-C9F175127B5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43D9668-C5A4-4178-A610-AF67F230A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7789E7D6-C9E7-4E8C-8A48-556B47A07A1D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3216670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BCC174D4-ACC7-4988-8170-9FF3E5E1968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37BDFD0-2665-460F-BEDC-68C3372A6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473F8EB3-4B29-4CBA-877F-F0F3464EE26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7448407-6640-427C-89CB-C0E4D562D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5825" y="1387285"/>
            <a:ext cx="3586112" cy="540644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lvl="0" indent="0">
              <a:buNone/>
              <a:defRPr lang="en-US" sz="1800" b="0" i="0" cap="none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E0CA8EE3-20DE-44FA-B1B6-84FBDC93A41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79F7364-EBF1-4FB4-86D4-1AAC6B81C6F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85825" y="1999637"/>
            <a:ext cx="3586111" cy="2380277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428D0343-F0E1-4C4F-868E-47F39118D1C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2D498FA-20FD-4131-8FA8-05129ED6D12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78517" y="1387285"/>
            <a:ext cx="3582834" cy="540644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lvl="0" indent="0">
              <a:buNone/>
              <a:defRPr lang="en-US" sz="1800" b="0" i="0" cap="none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2">
            <a:extLst>
              <a:ext uri="{021F8E0C-6E19-443B-925D-E534F4AAB48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9FE9718-4E45-4DE9-9C57-FE4CEED8DAD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75243" y="1999637"/>
            <a:ext cx="3586111" cy="2380277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55497FAA-38BC-4F67-AD4B-0D25161EFBF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28DDF37-838E-4640-821D-48BF7286D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8" name="Footer Placeholder 5">
            <a:extLst>
              <a:ext uri="{BC90DDB0-628C-4C40-B932-8FD58574002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96365EC-4B48-4E17-ADDD-7CA0EE0B4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9" name="Date Placeholder 4">
            <a:extLst>
              <a:ext uri="{BA71FE17-5F9F-41E6-B5A7-2CCFB1F210B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DB6E62A-3B19-4A2B-982B-00290A11E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5C0011F3-3A66-4E18-9479-962E9F8D7284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32166703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1CF9153E-7459-46CC-B968-72938292995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B4D6806-670B-4883-9E79-F4780BA9F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927" y="2228850"/>
            <a:ext cx="6942802" cy="676716"/>
          </a:xfrm>
          <a:prstGeom prst="rect">
            <a:avLst/>
          </a:prstGeom>
        </p:spPr>
        <p:txBody>
          <a:bodyPr rtlCol="0" anchor="ctr"/>
          <a:lstStyle>
            <a:lvl1pPr lvl="0" algn="ctr">
              <a:defRPr lang="en-US" sz="4000" b="1" dirty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5">
            <a:extLst>
              <a:ext uri="{EFEB5B38-A9F2-4EAE-B50B-06BDD3D75FB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4D544BA-CF15-446A-A41E-D4E604A1E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4" name="Footer Placeholder 4">
            <a:extLst>
              <a:ext uri="{7D9FDD36-C6A6-4152-825E-7FDA39117F6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201DC66-84D7-463B-951F-AD232B57F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5" name="Date Placeholder 3">
            <a:extLst>
              <a:ext uri="{8A1D2BD6-6918-4A7E-8862-2D169CCF862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73F076E-8B2F-48BB-9302-44DD9C45A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B3AFAD7C-4681-4DC5-B280-CFE3BECF09A1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32166703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337385BF-48F9-4996-99FC-EA25BDF538C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8F373A6-5E6A-4DCF-B272-7B3C02E51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3" name="Footer Placeholder 2">
            <a:extLst>
              <a:ext uri="{2C23A2D6-FCFC-485F-A72A-3237548ED84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063C103-8C9E-45C2-9DC8-6698068F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4" name="Date Placeholder 1">
            <a:extLst>
              <a:ext uri="{58E101A4-51E6-40F3-BBC9-673E2011E2E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851F5BE-D3C4-4949-8F6E-90514374E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B16A8226-FC25-4EF0-8CC2-B539608815AA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32166703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084DC51C-8592-4A8F-A27A-26F27CBFECC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6A80929-42E9-499B-9BA8-D0753AF2C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AA4AD438-7165-4C9D-BF6C-C5DF2B0C343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B83F2CF-D668-487D-9A22-3EFC892F5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6758" y="1341439"/>
            <a:ext cx="4484595" cy="300037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9AFCCDFF-7BEE-4F20-AA86-0202A7A4F2F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F24A620-BF14-45F3-B556-0AE29EBBB14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85825" y="1341600"/>
            <a:ext cx="2822399" cy="2984400"/>
          </a:xfrm>
        </p:spPr>
        <p:txBody>
          <a:bodyPr lIns="91440" tIns="93600" rIns="91440" bIns="45720" rtlCol="0" anchor="t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dirty="0">
                <a:latin typeface="+mn-lt"/>
              </a:defRPr>
            </a:lvl1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Slide Number Placeholder 3">
            <a:extLst>
              <a:ext uri="{19045E6F-1625-4534-8AAD-41B2D65FAF9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5148C7A-B532-440C-B718-823F74B89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6" name="Footer Placeholder 2">
            <a:extLst>
              <a:ext uri="{5C6D0981-CD3D-4E66-A741-97275666312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5B3FB63-C9B6-4EBB-A363-76A715AB3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7" name="Date Placeholder 1">
            <a:extLst>
              <a:ext uri="{E185AB87-A477-49CD-BBE6-BD51DAEEEAB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47EBAD4-3A1B-46CF-8EE3-A2C5D6189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D48B83B1-2C8C-40BB-8D07-6BD6D28EFB07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32166703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rotWithShape="1">
          <a:gsLst>
            <a:gs pos="0">
              <a:srgbClr val="55124F"/>
            </a:gs>
            <a:gs pos="100000">
              <a:srgbClr val="BD2B5B"/>
            </a:gs>
          </a:gsLst>
          <a:lin ang="33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0BA83A5F-7349-4D40-9834-C72A49C4EF2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009B910-DAD1-476E-B9F6-C62070F8A2EC}"/>
              </a:ext>
            </a:extLst>
          </p:cNvPr>
          <p:cNvSpPr txBox="1">
            <a:spLocks noGrp="1"/>
          </p:cNvSpPr>
          <p:nvPr/>
        </p:nvSpPr>
        <p:spPr>
          <a:xfrm>
            <a:off x="6123448" y="4771233"/>
            <a:ext cx="2133600" cy="273844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&lt;#&gt;</a:t>
            </a:r>
          </a:p>
        </p:txBody>
      </p:sp>
      <p:sp>
        <p:nvSpPr>
          <p:cNvPr id="3" name="Rectangle 2">
            <a:extLst>
              <a:ext uri="{9BCE6B4A-BCF1-43E7-97FB-64FAE20EF71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FCDA0BB-1AC6-4CAA-8595-709AA987AB31}"/>
              </a:ext>
            </a:extLst>
          </p:cNvPr>
          <p:cNvSpPr/>
          <p:nvPr/>
        </p:nvSpPr>
        <p:spPr>
          <a:xfrm>
            <a:off x="-14412" y="-2371"/>
            <a:ext cx="9155857" cy="5157728"/>
          </a:xfrm>
          <a:prstGeom prst="rect">
            <a:avLst/>
          </a:prstGeom>
          <a:gradFill rotWithShape="1">
            <a:gsLst>
              <a:gs pos="0">
                <a:schemeClr val="bg2">
                  <a:lumMod val="50000"/>
                </a:schemeClr>
              </a:gs>
              <a:gs pos="90749">
                <a:schemeClr val="tx2">
                  <a:lumMod val="90000"/>
                  <a:lumOff val="10000"/>
                </a:schemeClr>
              </a:gs>
              <a:gs pos="44053">
                <a:schemeClr val="accent3">
                  <a:lumMod val="50000"/>
                </a:schemeClr>
              </a:gs>
            </a:gsLst>
            <a:lin ang="1566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498E54F4-8E3A-4ED4-A499-8ADB9D1D401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458FA9B-BE40-4479-901E-1F99E88A2F1C}"/>
              </a:ext>
            </a:extLst>
          </p:cNvPr>
          <p:cNvSpPr/>
          <p:nvPr/>
        </p:nvSpPr>
        <p:spPr>
          <a:xfrm>
            <a:off x="4692755" y="-14228"/>
            <a:ext cx="4451060" cy="5179070"/>
          </a:xfrm>
          <a:prstGeom prst="rect">
            <a:avLst/>
          </a:prstGeom>
          <a:gradFill rotWithShape="1">
            <a:gsLst>
              <a:gs pos="19824">
                <a:schemeClr val="tx1">
                  <a:alpha val="0"/>
                </a:schemeClr>
              </a:gs>
              <a:gs pos="100000">
                <a:schemeClr val="tx1">
                  <a:alpha val="55000"/>
                </a:schemeClr>
              </a:gs>
            </a:gsLst>
            <a:lin ang="2046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8450474C-8DC1-4C38-99AA-18AA7983D7D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B6C3520-98B7-4AB8-A2F3-DD8D739C5721}"/>
              </a:ext>
            </a:extLst>
          </p:cNvPr>
          <p:cNvSpPr/>
          <p:nvPr/>
        </p:nvSpPr>
        <p:spPr>
          <a:xfrm>
            <a:off x="-2555" y="14228"/>
            <a:ext cx="4451060" cy="5141919"/>
          </a:xfrm>
          <a:prstGeom prst="rect">
            <a:avLst/>
          </a:prstGeom>
          <a:gradFill rotWithShape="1">
            <a:gsLst>
              <a:gs pos="33921">
                <a:schemeClr val="tx1">
                  <a:alpha val="0"/>
                </a:schemeClr>
              </a:gs>
              <a:gs pos="100000">
                <a:schemeClr val="tx1">
                  <a:alpha val="55000"/>
                </a:schemeClr>
              </a:gs>
            </a:gsLst>
            <a:lin ang="972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5">
            <a:extLst>
              <a:ext uri="{1B1CC69F-57F8-4AD2-B238-3703CB95416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4CDFA27-D772-4405-BB90-5F25710BD2A7}"/>
              </a:ext>
            </a:extLst>
          </p:cNvPr>
          <p:cNvSpPr/>
          <p:nvPr/>
        </p:nvSpPr>
        <p:spPr>
          <a:xfrm rot="16200000">
            <a:off x="4725635" y="755732"/>
            <a:ext cx="4440973" cy="4362586"/>
          </a:xfrm>
          <a:custGeom>
            <a:avLst/>
            <a:gdLst/>
            <a:ahLst/>
            <a:cxnLst/>
            <a:rect l="0" t="0" r="r" b="b"/>
            <a:pathLst>
              <a:path w="2707994" h="1932410">
                <a:moveTo>
                  <a:pt x="2680584" y="0"/>
                </a:moveTo>
                <a:lnTo>
                  <a:pt x="2310548" y="1932410"/>
                </a:lnTo>
                <a:lnTo>
                  <a:pt x="0" y="1929447"/>
                </a:lnTo>
                <a:close/>
              </a:path>
            </a:pathLst>
          </a:custGeom>
          <a:gradFill rotWithShape="1">
            <a:gsLst>
              <a:gs pos="5286">
                <a:schemeClr val="accent6">
                  <a:alpha val="19000"/>
                </a:schemeClr>
              </a:gs>
              <a:gs pos="71366">
                <a:schemeClr val="bg1">
                  <a:alpha val="0"/>
                </a:schemeClr>
              </a:gs>
            </a:gsLst>
            <a:lin ang="168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9FDB9407-0685-4717-B7B0-925E904931A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80AEC68-D42D-4350-97B3-C1EFE8DA2696}"/>
              </a:ext>
            </a:extLst>
          </p:cNvPr>
          <p:cNvSpPr/>
          <p:nvPr/>
        </p:nvSpPr>
        <p:spPr>
          <a:xfrm>
            <a:off x="4636119" y="-38100"/>
            <a:ext cx="4469780" cy="3884341"/>
          </a:xfrm>
          <a:custGeom>
            <a:avLst/>
            <a:gdLst/>
            <a:ahLst/>
            <a:cxnLst/>
            <a:rect l="0" t="0" r="r" b="b"/>
            <a:pathLst>
              <a:path w="5417635" h="3884341">
                <a:moveTo>
                  <a:pt x="3302307" y="0"/>
                </a:moveTo>
                <a:lnTo>
                  <a:pt x="5403626" y="18585"/>
                </a:lnTo>
                <a:lnTo>
                  <a:pt x="5417635" y="3884341"/>
                </a:lnTo>
                <a:lnTo>
                  <a:pt x="0" y="9293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alpha val="7999"/>
                </a:schemeClr>
              </a:gs>
              <a:gs pos="73568">
                <a:schemeClr val="bg1">
                  <a:alpha val="0"/>
                </a:schemeClr>
              </a:gs>
            </a:gsLst>
            <a:lin ang="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B2C2B6B0-BDF4-4155-BBD1-F6BF3845127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527B983-52A6-4244-B57A-BF963C5A2D46}"/>
              </a:ext>
            </a:extLst>
          </p:cNvPr>
          <p:cNvSpPr/>
          <p:nvPr/>
        </p:nvSpPr>
        <p:spPr>
          <a:xfrm rot="16200000">
            <a:off x="4744606" y="755732"/>
            <a:ext cx="4440973" cy="4362586"/>
          </a:xfrm>
          <a:custGeom>
            <a:avLst/>
            <a:gdLst/>
            <a:ahLst/>
            <a:cxnLst/>
            <a:rect l="0" t="0" r="r" b="b"/>
            <a:pathLst>
              <a:path w="2707994" h="1932410">
                <a:moveTo>
                  <a:pt x="2680584" y="0"/>
                </a:moveTo>
                <a:lnTo>
                  <a:pt x="2310548" y="1932410"/>
                </a:lnTo>
                <a:lnTo>
                  <a:pt x="0" y="1929447"/>
                </a:lnTo>
                <a:close/>
              </a:path>
            </a:pathLst>
          </a:custGeom>
          <a:gradFill rotWithShape="1">
            <a:gsLst>
              <a:gs pos="2643">
                <a:schemeClr val="tx2">
                  <a:alpha val="65000"/>
                  <a:lumMod val="90000"/>
                  <a:lumOff val="10000"/>
                </a:schemeClr>
              </a:gs>
              <a:gs pos="73568">
                <a:schemeClr val="tx2">
                  <a:alpha val="0"/>
                  <a:lumMod val="75000"/>
                  <a:lumOff val="25000"/>
                </a:schemeClr>
              </a:gs>
            </a:gsLst>
            <a:lin ang="108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DE62852F-B3B9-4AFD-924B-FBD93FDB3BA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9283623-F37D-4C35-B72F-84A31888063E}"/>
              </a:ext>
            </a:extLst>
          </p:cNvPr>
          <p:cNvSpPr/>
          <p:nvPr/>
        </p:nvSpPr>
        <p:spPr>
          <a:xfrm rot="5400000">
            <a:off x="1955108" y="-1983591"/>
            <a:ext cx="5169963" cy="9108091"/>
          </a:xfrm>
          <a:custGeom>
            <a:avLst/>
            <a:gdLst/>
            <a:ahLst/>
            <a:cxnLst/>
            <a:rect l="0" t="0" r="r" b="b"/>
            <a:pathLst>
              <a:path w="5169963" h="9108091">
                <a:moveTo>
                  <a:pt x="5169963" y="0"/>
                </a:moveTo>
                <a:lnTo>
                  <a:pt x="5159224" y="9063751"/>
                </a:lnTo>
                <a:lnTo>
                  <a:pt x="0" y="9108091"/>
                </a:lnTo>
                <a:close/>
              </a:path>
            </a:pathLst>
          </a:custGeom>
          <a:gradFill rotWithShape="1">
            <a:gsLst>
              <a:gs pos="7930">
                <a:schemeClr val="bg2">
                  <a:alpha val="33999"/>
                  <a:lumMod val="50000"/>
                </a:schemeClr>
              </a:gs>
              <a:gs pos="45374">
                <a:schemeClr val="bg2">
                  <a:alpha val="5000"/>
                  <a:lumMod val="50000"/>
                </a:schemeClr>
              </a:gs>
            </a:gsLst>
            <a:lin ang="36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A0DF986A-E827-4975-B2A7-5C899AAC720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818B4CD-3058-46FA-A445-53B893C78305}"/>
              </a:ext>
            </a:extLst>
          </p:cNvPr>
          <p:cNvSpPr/>
          <p:nvPr/>
        </p:nvSpPr>
        <p:spPr>
          <a:xfrm rot="5400000">
            <a:off x="974448" y="-972261"/>
            <a:ext cx="5160099" cy="7114107"/>
          </a:xfrm>
          <a:custGeom>
            <a:avLst/>
            <a:gdLst/>
            <a:ahLst/>
            <a:cxnLst/>
            <a:rect l="0" t="0" r="r" b="b"/>
            <a:pathLst>
              <a:path w="5160100" h="7114108">
                <a:moveTo>
                  <a:pt x="4742739" y="0"/>
                </a:moveTo>
                <a:lnTo>
                  <a:pt x="2760274" y="7114108"/>
                </a:lnTo>
                <a:lnTo>
                  <a:pt x="0" y="4145154"/>
                </a:lnTo>
                <a:close/>
              </a:path>
            </a:pathLst>
          </a:custGeom>
          <a:gradFill rotWithShape="1">
            <a:gsLst>
              <a:gs pos="7930">
                <a:schemeClr val="bg2">
                  <a:alpha val="0"/>
                  <a:lumMod val="50000"/>
                </a:schemeClr>
              </a:gs>
              <a:gs pos="56828">
                <a:schemeClr val="bg2">
                  <a:alpha val="7999"/>
                  <a:lumMod val="50000"/>
                </a:schemeClr>
              </a:gs>
            </a:gsLst>
            <a:lin ang="984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2A2C13DD-9CB6-4BEC-A094-FD90C6A3E60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8835F2E-DE81-4A79-8B3E-77E74EBB8204}"/>
              </a:ext>
            </a:extLst>
          </p:cNvPr>
          <p:cNvSpPr/>
          <p:nvPr/>
        </p:nvSpPr>
        <p:spPr>
          <a:xfrm rot="5400000">
            <a:off x="1069860" y="488982"/>
            <a:ext cx="4154797" cy="5083097"/>
          </a:xfrm>
          <a:custGeom>
            <a:avLst/>
            <a:gdLst/>
            <a:ahLst/>
            <a:cxnLst/>
            <a:rect l="0" t="0" r="r" b="b"/>
            <a:pathLst>
              <a:path w="4154797" h="5083098">
                <a:moveTo>
                  <a:pt x="1638354" y="0"/>
                </a:moveTo>
                <a:lnTo>
                  <a:pt x="4154797" y="2874177"/>
                </a:lnTo>
                <a:lnTo>
                  <a:pt x="0" y="5083098"/>
                </a:lnTo>
                <a:close/>
              </a:path>
            </a:pathLst>
          </a:custGeom>
          <a:gradFill rotWithShape="1">
            <a:gsLst>
              <a:gs pos="7930">
                <a:schemeClr val="tx2">
                  <a:alpha val="36000"/>
                  <a:lumMod val="90000"/>
                  <a:lumOff val="10000"/>
                </a:schemeClr>
              </a:gs>
              <a:gs pos="56828">
                <a:schemeClr val="tx2">
                  <a:alpha val="0"/>
                  <a:lumMod val="90000"/>
                  <a:lumOff val="10000"/>
                </a:schemeClr>
              </a:gs>
            </a:gsLst>
            <a:lin ang="984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EA84847D-1591-4CAC-B43A-893CD2AB831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D9D0D64-061C-4CB2-BACA-F1B1EEA93ECC}"/>
              </a:ext>
            </a:extLst>
          </p:cNvPr>
          <p:cNvSpPr/>
          <p:nvPr/>
        </p:nvSpPr>
        <p:spPr>
          <a:xfrm>
            <a:off x="4484194" y="-33396"/>
            <a:ext cx="2494159" cy="2025625"/>
          </a:xfrm>
          <a:custGeom>
            <a:avLst/>
            <a:gdLst/>
            <a:ahLst/>
            <a:cxnLst/>
            <a:rect l="0" t="0" r="r" b="b"/>
            <a:pathLst>
              <a:path w="2494160" h="2025626">
                <a:moveTo>
                  <a:pt x="0" y="9525"/>
                </a:moveTo>
                <a:lnTo>
                  <a:pt x="142085" y="0"/>
                </a:lnTo>
                <a:lnTo>
                  <a:pt x="2494159" y="2025626"/>
                </a:lnTo>
                <a:close/>
              </a:path>
            </a:pathLst>
          </a:custGeom>
          <a:solidFill>
            <a:schemeClr val="accent3">
              <a:alpha val="13999"/>
              <a:lumMod val="75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5E4F7657-5C32-4FD0-9B1E-E186616E984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0F7B421-B701-4AE0-8CFE-17E0378BB68B}"/>
              </a:ext>
            </a:extLst>
          </p:cNvPr>
          <p:cNvSpPr/>
          <p:nvPr/>
        </p:nvSpPr>
        <p:spPr>
          <a:xfrm>
            <a:off x="-12238" y="-14228"/>
            <a:ext cx="7199675" cy="4069269"/>
          </a:xfrm>
          <a:custGeom>
            <a:avLst/>
            <a:gdLst/>
            <a:ahLst/>
            <a:cxnLst/>
            <a:rect l="0" t="0" r="r" b="b"/>
            <a:pathLst>
              <a:path w="7199675" h="4069270">
                <a:moveTo>
                  <a:pt x="0" y="18971"/>
                </a:moveTo>
                <a:lnTo>
                  <a:pt x="199314" y="0"/>
                </a:lnTo>
                <a:lnTo>
                  <a:pt x="7199676" y="4069270"/>
                </a:lnTo>
                <a:close/>
              </a:path>
            </a:pathLst>
          </a:custGeom>
          <a:solidFill>
            <a:schemeClr val="accent3">
              <a:alpha val="35000"/>
              <a:lumMod val="50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C382AF3-307A-4EEC-BEBE-F3B4B602F78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6F2F2C0-56D9-477B-95D2-5012E4C65790}"/>
              </a:ext>
            </a:extLst>
          </p:cNvPr>
          <p:cNvSpPr/>
          <p:nvPr/>
        </p:nvSpPr>
        <p:spPr>
          <a:xfrm>
            <a:off x="16415" y="2803116"/>
            <a:ext cx="2864614" cy="777651"/>
          </a:xfrm>
          <a:custGeom>
            <a:avLst/>
            <a:gdLst/>
            <a:ahLst/>
            <a:cxnLst/>
            <a:rect l="0" t="0" r="r" b="b"/>
            <a:pathLst>
              <a:path w="2864614" h="777651">
                <a:moveTo>
                  <a:pt x="0" y="94697"/>
                </a:moveTo>
                <a:lnTo>
                  <a:pt x="9485" y="0"/>
                </a:lnTo>
                <a:lnTo>
                  <a:pt x="2864614" y="777651"/>
                </a:lnTo>
                <a:close/>
              </a:path>
            </a:pathLst>
          </a:custGeom>
          <a:solidFill>
            <a:schemeClr val="bg1">
              <a:alpha val="2999"/>
              <a:lumMod val="85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3F21774E-3474-4669-A137-F6E837C3B94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827F4A8-6939-436F-A8F0-479DBA9FA4F2}"/>
              </a:ext>
            </a:extLst>
          </p:cNvPr>
          <p:cNvSpPr/>
          <p:nvPr/>
        </p:nvSpPr>
        <p:spPr>
          <a:xfrm flipH="1">
            <a:off x="2956913" y="4742"/>
            <a:ext cx="2067834" cy="2371369"/>
          </a:xfrm>
          <a:custGeom>
            <a:avLst/>
            <a:gdLst/>
            <a:ahLst/>
            <a:cxnLst/>
            <a:rect l="0" t="0" r="r" b="b"/>
            <a:pathLst>
              <a:path w="2067834" h="2371370">
                <a:moveTo>
                  <a:pt x="1944523" y="0"/>
                </a:moveTo>
                <a:lnTo>
                  <a:pt x="2067834" y="9485"/>
                </a:lnTo>
                <a:lnTo>
                  <a:pt x="0" y="2371369"/>
                </a:lnTo>
                <a:close/>
              </a:path>
            </a:pathLst>
          </a:custGeom>
          <a:solidFill>
            <a:schemeClr val="tx1">
              <a:alpha val="6000"/>
              <a:lumMod val="95000"/>
              <a:lumOff val="5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CD8139CA-E56E-49B9-B291-ED47F491CED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11FB38B-DEAC-4EC3-8FD0-050A63DA61CC}"/>
              </a:ext>
            </a:extLst>
          </p:cNvPr>
          <p:cNvSpPr/>
          <p:nvPr/>
        </p:nvSpPr>
        <p:spPr>
          <a:xfrm>
            <a:off x="6419112" y="2451996"/>
            <a:ext cx="2712846" cy="2703400"/>
          </a:xfrm>
          <a:custGeom>
            <a:avLst/>
            <a:gdLst/>
            <a:ahLst/>
            <a:cxnLst/>
            <a:rect l="0" t="0" r="r" b="b"/>
            <a:pathLst>
              <a:path w="2712846" h="2703400">
                <a:moveTo>
                  <a:pt x="0" y="0"/>
                </a:moveTo>
                <a:lnTo>
                  <a:pt x="2712846" y="2693875"/>
                </a:lnTo>
                <a:lnTo>
                  <a:pt x="2665617" y="2703400"/>
                </a:lnTo>
                <a:close/>
              </a:path>
            </a:pathLst>
          </a:custGeom>
          <a:solidFill>
            <a:schemeClr val="accent3">
              <a:alpha val="52999"/>
              <a:lumMod val="50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820C2C3B-A8FA-4CA1-BC65-41CEEBD90CA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CAB0E7E-8E01-4DD1-A5CB-8A910488BBDB}"/>
              </a:ext>
            </a:extLst>
          </p:cNvPr>
          <p:cNvSpPr/>
          <p:nvPr/>
        </p:nvSpPr>
        <p:spPr>
          <a:xfrm>
            <a:off x="-12040" y="2871728"/>
            <a:ext cx="2248058" cy="2264657"/>
          </a:xfrm>
          <a:custGeom>
            <a:avLst/>
            <a:gdLst/>
            <a:ahLst/>
            <a:cxnLst/>
            <a:rect l="0" t="0" r="r" b="b"/>
            <a:pathLst>
              <a:path w="1764299" h="1875753">
                <a:moveTo>
                  <a:pt x="7114" y="0"/>
                </a:moveTo>
                <a:lnTo>
                  <a:pt x="1764299" y="462417"/>
                </a:lnTo>
                <a:lnTo>
                  <a:pt x="1517676" y="1875753"/>
                </a:lnTo>
                <a:lnTo>
                  <a:pt x="0" y="1695529"/>
                </a:lnTo>
                <a:close/>
              </a:path>
            </a:pathLst>
          </a:custGeom>
          <a:gradFill rotWithShape="1">
            <a:gsLst>
              <a:gs pos="54626">
                <a:schemeClr val="tx2">
                  <a:alpha val="0"/>
                </a:schemeClr>
              </a:gs>
              <a:gs pos="100000">
                <a:schemeClr val="tx2">
                  <a:alpha val="63000"/>
                </a:schemeClr>
              </a:gs>
            </a:gsLst>
            <a:lin ang="1506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2F62BB7E-F970-4F09-B590-48AE350F361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9A7C89E-792E-4593-8AF9-3479F56B508A}"/>
              </a:ext>
            </a:extLst>
          </p:cNvPr>
          <p:cNvSpPr/>
          <p:nvPr/>
        </p:nvSpPr>
        <p:spPr>
          <a:xfrm>
            <a:off x="2805027" y="3656651"/>
            <a:ext cx="2219720" cy="1470367"/>
          </a:xfrm>
          <a:custGeom>
            <a:avLst/>
            <a:gdLst/>
            <a:ahLst/>
            <a:cxnLst/>
            <a:rect l="0" t="0" r="r" b="b"/>
            <a:pathLst>
              <a:path w="2219720" h="1470368">
                <a:moveTo>
                  <a:pt x="0" y="1470368"/>
                </a:moveTo>
                <a:lnTo>
                  <a:pt x="1650592" y="0"/>
                </a:lnTo>
                <a:lnTo>
                  <a:pt x="2219720" y="388905"/>
                </a:lnTo>
                <a:close/>
              </a:path>
            </a:pathLst>
          </a:custGeom>
          <a:gradFill rotWithShape="1">
            <a:gsLst>
              <a:gs pos="22026">
                <a:schemeClr val="accent5">
                  <a:alpha val="0"/>
                  <a:lumMod val="50000"/>
                </a:schemeClr>
              </a:gs>
              <a:gs pos="95595">
                <a:schemeClr val="accent5">
                  <a:alpha val="37000"/>
                  <a:lumMod val="50000"/>
                </a:schemeClr>
              </a:gs>
            </a:gsLst>
            <a:lin ang="774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36302B3-29F7-4384-96FB-F9AF5E7280A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0A32D8E-F1F3-465E-930A-A3B24CA28CC8}"/>
              </a:ext>
            </a:extLst>
          </p:cNvPr>
          <p:cNvSpPr/>
          <p:nvPr/>
        </p:nvSpPr>
        <p:spPr>
          <a:xfrm>
            <a:off x="1230556" y="3457456"/>
            <a:ext cx="1603045" cy="1669444"/>
          </a:xfrm>
          <a:custGeom>
            <a:avLst/>
            <a:gdLst/>
            <a:ahLst/>
            <a:cxnLst/>
            <a:rect l="0" t="0" r="r" b="b"/>
            <a:pathLst>
              <a:path w="1603046" h="1669444">
                <a:moveTo>
                  <a:pt x="1603046" y="1659959"/>
                </a:moveTo>
                <a:lnTo>
                  <a:pt x="0" y="0"/>
                </a:lnTo>
                <a:lnTo>
                  <a:pt x="825237" y="189710"/>
                </a:lnTo>
                <a:close/>
              </a:path>
            </a:pathLst>
          </a:custGeom>
          <a:gradFill rotWithShape="1">
            <a:gsLst>
              <a:gs pos="22026">
                <a:schemeClr val="accent1">
                  <a:alpha val="0"/>
                  <a:lumMod val="50000"/>
                </a:schemeClr>
              </a:gs>
              <a:gs pos="95595">
                <a:schemeClr val="accent1">
                  <a:alpha val="79000"/>
                  <a:lumMod val="50000"/>
                </a:schemeClr>
              </a:gs>
            </a:gsLst>
            <a:lin ang="774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C6F1015C-3F86-4A99-A182-37C4A00C3FC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C78B9C8-96FA-4297-A48D-2AD936C8540D}"/>
              </a:ext>
            </a:extLst>
          </p:cNvPr>
          <p:cNvSpPr/>
          <p:nvPr/>
        </p:nvSpPr>
        <p:spPr>
          <a:xfrm rot="480000">
            <a:off x="7390638" y="2043194"/>
            <a:ext cx="827551" cy="1116592"/>
          </a:xfrm>
          <a:custGeom>
            <a:avLst/>
            <a:gdLst/>
            <a:ahLst/>
            <a:cxnLst/>
            <a:rect l="0" t="0" r="r" b="b"/>
            <a:pathLst>
              <a:path w="827551" h="1116592">
                <a:moveTo>
                  <a:pt x="0" y="0"/>
                </a:moveTo>
                <a:lnTo>
                  <a:pt x="827551" y="301623"/>
                </a:lnTo>
                <a:lnTo>
                  <a:pt x="298746" y="1116592"/>
                </a:lnTo>
                <a:close/>
              </a:path>
            </a:pathLst>
          </a:custGeom>
          <a:solidFill>
            <a:schemeClr val="accent1">
              <a:alpha val="13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99701E57-E80F-4893-9B38-327C04A2D98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EC1CE6D-572B-4381-9640-F659189D84A0}"/>
              </a:ext>
            </a:extLst>
          </p:cNvPr>
          <p:cNvSpPr/>
          <p:nvPr/>
        </p:nvSpPr>
        <p:spPr>
          <a:xfrm rot="2100000">
            <a:off x="6335469" y="2190549"/>
            <a:ext cx="1402654" cy="2427026"/>
          </a:xfrm>
          <a:custGeom>
            <a:avLst/>
            <a:gdLst/>
            <a:ahLst/>
            <a:cxnLst/>
            <a:rect l="0" t="0" r="r" b="b"/>
            <a:pathLst>
              <a:path w="1402655" h="2427027">
                <a:moveTo>
                  <a:pt x="0" y="2427027"/>
                </a:moveTo>
                <a:lnTo>
                  <a:pt x="1364022" y="0"/>
                </a:lnTo>
                <a:lnTo>
                  <a:pt x="1402655" y="45854"/>
                </a:lnTo>
                <a:close/>
              </a:path>
            </a:pathLst>
          </a:custGeom>
          <a:gradFill rotWithShape="1">
            <a:gsLst>
              <a:gs pos="0">
                <a:schemeClr val="accent2">
                  <a:alpha val="0"/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76A99A56-61D1-4340-8A73-C83DFD6D668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250DFFD-ACF7-4B1F-B53C-65FD1AD0465C}"/>
              </a:ext>
            </a:extLst>
          </p:cNvPr>
          <p:cNvSpPr/>
          <p:nvPr/>
        </p:nvSpPr>
        <p:spPr>
          <a:xfrm>
            <a:off x="4791425" y="1344822"/>
            <a:ext cx="1308995" cy="981746"/>
          </a:xfrm>
          <a:custGeom>
            <a:avLst/>
            <a:gdLst/>
            <a:ahLst/>
            <a:cxnLst/>
            <a:rect l="0" t="0" r="r" b="b"/>
            <a:pathLst>
              <a:path w="2210116" h="1574589">
                <a:moveTo>
                  <a:pt x="0" y="0"/>
                </a:moveTo>
                <a:lnTo>
                  <a:pt x="2210116" y="28456"/>
                </a:lnTo>
                <a:lnTo>
                  <a:pt x="815751" y="1574589"/>
                </a:lnTo>
                <a:close/>
              </a:path>
            </a:pathLst>
          </a:custGeom>
          <a:gradFill rotWithShape="1">
            <a:gsLst>
              <a:gs pos="0">
                <a:schemeClr val="tx2">
                  <a:alpha val="45000"/>
                  <a:lumMod val="75000"/>
                  <a:lumOff val="25000"/>
                </a:schemeClr>
              </a:gs>
              <a:gs pos="64758">
                <a:schemeClr val="tx2">
                  <a:alpha val="0"/>
                  <a:lumMod val="75000"/>
                  <a:lumOff val="25000"/>
                </a:schemeClr>
              </a:gs>
            </a:gsLst>
            <a:lin ang="132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7920AD11-0901-4D8C-A758-579FA8196EF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516BC13-8B3D-4920-A5BD-5748B088D0B6}"/>
              </a:ext>
            </a:extLst>
          </p:cNvPr>
          <p:cNvSpPr/>
          <p:nvPr/>
        </p:nvSpPr>
        <p:spPr>
          <a:xfrm>
            <a:off x="4879941" y="1783209"/>
            <a:ext cx="328079" cy="257372"/>
          </a:xfrm>
          <a:custGeom>
            <a:avLst/>
            <a:gdLst/>
            <a:ahLst/>
            <a:cxnLst/>
            <a:rect l="0" t="0" r="r" b="b"/>
            <a:pathLst>
              <a:path w="2210116" h="1574589">
                <a:moveTo>
                  <a:pt x="0" y="0"/>
                </a:moveTo>
                <a:lnTo>
                  <a:pt x="2210116" y="28456"/>
                </a:lnTo>
                <a:lnTo>
                  <a:pt x="815751" y="157458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Title 1">
            <a:extLst>
              <a:ext uri="{D919D3D1-FDA2-44EA-BA66-CF565B293ED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9017FB1-3DC8-406B-B247-7B6FAB484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Picture Placeholder 2">
            <a:extLst>
              <a:ext uri="{E1C0ABE1-3119-48F3-B6AE-E6DDA617333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AEA3D0C-E6C4-4D2F-B588-B81683658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27302" y="1352550"/>
            <a:ext cx="3243934" cy="2964824"/>
          </a:xfrm>
          <a:custGeom>
            <a:avLst/>
            <a:gdLst/>
            <a:ahLst/>
            <a:cxnLst/>
            <a:rect l="0" t="0" r="r" b="b"/>
            <a:pathLst>
              <a:path w="3243935" h="2964824">
                <a:moveTo>
                  <a:pt x="0" y="0"/>
                </a:moveTo>
                <a:lnTo>
                  <a:pt x="3243935" y="1430450"/>
                </a:lnTo>
                <a:lnTo>
                  <a:pt x="8655" y="2964824"/>
                </a:lnTo>
                <a:close/>
              </a:path>
            </a:pathLst>
          </a:custGeom>
          <a:solidFill>
            <a:schemeClr val="bg1"/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8B210EB9-C365-4163-AD14-4FF69F6022F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3D9F49D-03E4-411A-BCC5-14C8ABBD77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85825" y="1291329"/>
            <a:ext cx="3598171" cy="2952750"/>
          </a:xfrm>
        </p:spPr>
        <p:txBody>
          <a:bodyPr lIns="91440" tIns="93600" rIns="91440" bIns="45720" rtlCol="0" anchor="t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27" name="Slide Number Placeholder 4">
            <a:extLst>
              <a:ext uri="{7DBE29BC-030A-4309-A463-C7AD66810BA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94D6D1D-84E1-4CED-B5B7-ADD708787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28" name="Footer Placeholder 3">
            <a:extLst>
              <a:ext uri="{D7DC3EEB-2280-4065-9556-1F2FE2694AB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33D3C7F-7875-4414-A8B6-12A75DFBB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29" name="Date Placeholder 1">
            <a:extLst>
              <a:ext uri="{AD6B18D3-182B-4BA4-BD24-6D5C8AB479D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4175E73-3C81-4F2D-A248-3522BF597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1FB85CDA-4EE0-4F7A-A11A-32A629A6DCC1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32166703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Text, and Images">
    <p:bg>
      <p:bgPr>
        <a:gradFill rotWithShape="1">
          <a:gsLst>
            <a:gs pos="0">
              <a:srgbClr val="55124F"/>
            </a:gs>
            <a:gs pos="100000">
              <a:srgbClr val="BD2B5B"/>
            </a:gs>
          </a:gsLst>
          <a:lin ang="33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08A067CC-DCDA-44C5-BBF9-5DA012F5E3A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5D3FE79-BDD6-422C-80E4-153A7E4D68AE}"/>
              </a:ext>
            </a:extLst>
          </p:cNvPr>
          <p:cNvSpPr txBox="1">
            <a:spLocks noGrp="1"/>
          </p:cNvSpPr>
          <p:nvPr/>
        </p:nvSpPr>
        <p:spPr>
          <a:xfrm>
            <a:off x="6123448" y="4771233"/>
            <a:ext cx="2133600" cy="273844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&lt;#&gt;</a:t>
            </a:r>
          </a:p>
        </p:txBody>
      </p:sp>
      <p:sp>
        <p:nvSpPr>
          <p:cNvPr id="3" name="Rectangle 2">
            <a:extLst>
              <a:ext uri="{7D99CD74-6C5D-48A2-B88A-DF5B987D10B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0776EB8-5B88-4A9E-96E0-B3A2C14913CA}"/>
              </a:ext>
            </a:extLst>
          </p:cNvPr>
          <p:cNvSpPr/>
          <p:nvPr/>
        </p:nvSpPr>
        <p:spPr>
          <a:xfrm>
            <a:off x="-14412" y="-2371"/>
            <a:ext cx="9155857" cy="5157728"/>
          </a:xfrm>
          <a:prstGeom prst="rect">
            <a:avLst/>
          </a:prstGeom>
          <a:gradFill rotWithShape="1">
            <a:gsLst>
              <a:gs pos="0">
                <a:schemeClr val="bg2">
                  <a:lumMod val="50000"/>
                </a:schemeClr>
              </a:gs>
              <a:gs pos="90749">
                <a:schemeClr val="tx2">
                  <a:lumMod val="90000"/>
                  <a:lumOff val="10000"/>
                </a:schemeClr>
              </a:gs>
              <a:gs pos="44053">
                <a:schemeClr val="accent3">
                  <a:lumMod val="50000"/>
                </a:schemeClr>
              </a:gs>
            </a:gsLst>
            <a:lin ang="1566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2F764D02-244C-46F1-9B26-A379E65EC26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9EFE529-8BB1-4CAC-B351-5FA8041C2BC5}"/>
              </a:ext>
            </a:extLst>
          </p:cNvPr>
          <p:cNvSpPr/>
          <p:nvPr/>
        </p:nvSpPr>
        <p:spPr>
          <a:xfrm>
            <a:off x="4692755" y="-14228"/>
            <a:ext cx="4451060" cy="5179070"/>
          </a:xfrm>
          <a:prstGeom prst="rect">
            <a:avLst/>
          </a:prstGeom>
          <a:gradFill rotWithShape="1">
            <a:gsLst>
              <a:gs pos="19824">
                <a:schemeClr val="tx1">
                  <a:alpha val="0"/>
                </a:schemeClr>
              </a:gs>
              <a:gs pos="100000">
                <a:schemeClr val="tx1">
                  <a:alpha val="55000"/>
                </a:schemeClr>
              </a:gs>
            </a:gsLst>
            <a:lin ang="2046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4CB9E68D-A41A-4C7F-A3B1-95C2868EAE0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10D6E25-6938-4ADD-B087-63B512C34D8A}"/>
              </a:ext>
            </a:extLst>
          </p:cNvPr>
          <p:cNvSpPr/>
          <p:nvPr/>
        </p:nvSpPr>
        <p:spPr>
          <a:xfrm>
            <a:off x="-2555" y="14228"/>
            <a:ext cx="4451060" cy="5141919"/>
          </a:xfrm>
          <a:prstGeom prst="rect">
            <a:avLst/>
          </a:prstGeom>
          <a:gradFill rotWithShape="1">
            <a:gsLst>
              <a:gs pos="33921">
                <a:schemeClr val="tx1">
                  <a:alpha val="0"/>
                </a:schemeClr>
              </a:gs>
              <a:gs pos="100000">
                <a:schemeClr val="tx1">
                  <a:alpha val="55000"/>
                </a:schemeClr>
              </a:gs>
            </a:gsLst>
            <a:lin ang="972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5">
            <a:extLst>
              <a:ext uri="{FBFBAA55-DC85-4A26-8685-2DA7912BBA5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1681EC7-EF5C-4774-918B-0288D0B6C71B}"/>
              </a:ext>
            </a:extLst>
          </p:cNvPr>
          <p:cNvSpPr/>
          <p:nvPr/>
        </p:nvSpPr>
        <p:spPr>
          <a:xfrm rot="16200000">
            <a:off x="4725635" y="755732"/>
            <a:ext cx="4440973" cy="4362586"/>
          </a:xfrm>
          <a:custGeom>
            <a:avLst/>
            <a:gdLst/>
            <a:ahLst/>
            <a:cxnLst/>
            <a:rect l="0" t="0" r="r" b="b"/>
            <a:pathLst>
              <a:path w="2707994" h="1932410">
                <a:moveTo>
                  <a:pt x="2680584" y="0"/>
                </a:moveTo>
                <a:lnTo>
                  <a:pt x="2310548" y="1932410"/>
                </a:lnTo>
                <a:lnTo>
                  <a:pt x="0" y="1929447"/>
                </a:lnTo>
                <a:close/>
              </a:path>
            </a:pathLst>
          </a:custGeom>
          <a:gradFill rotWithShape="1">
            <a:gsLst>
              <a:gs pos="5286">
                <a:schemeClr val="accent6">
                  <a:alpha val="19000"/>
                </a:schemeClr>
              </a:gs>
              <a:gs pos="71366">
                <a:schemeClr val="bg1">
                  <a:alpha val="0"/>
                </a:schemeClr>
              </a:gs>
            </a:gsLst>
            <a:lin ang="168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C8EEB190-20DF-43F0-8E3D-F026BFD64FB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EE5CD08-3C2D-46BF-857C-DC4BF132A5D3}"/>
              </a:ext>
            </a:extLst>
          </p:cNvPr>
          <p:cNvSpPr/>
          <p:nvPr/>
        </p:nvSpPr>
        <p:spPr>
          <a:xfrm>
            <a:off x="4636119" y="-38100"/>
            <a:ext cx="4469780" cy="3884341"/>
          </a:xfrm>
          <a:custGeom>
            <a:avLst/>
            <a:gdLst/>
            <a:ahLst/>
            <a:cxnLst/>
            <a:rect l="0" t="0" r="r" b="b"/>
            <a:pathLst>
              <a:path w="5417635" h="3884341">
                <a:moveTo>
                  <a:pt x="3302307" y="0"/>
                </a:moveTo>
                <a:lnTo>
                  <a:pt x="5403626" y="18585"/>
                </a:lnTo>
                <a:lnTo>
                  <a:pt x="5417635" y="3884341"/>
                </a:lnTo>
                <a:lnTo>
                  <a:pt x="0" y="9293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alpha val="7999"/>
                </a:schemeClr>
              </a:gs>
              <a:gs pos="73568">
                <a:schemeClr val="bg1">
                  <a:alpha val="0"/>
                </a:schemeClr>
              </a:gs>
            </a:gsLst>
            <a:lin ang="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317622C0-3A4C-4E7D-8CB5-7E87A12F303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F4F7565-BF9F-438A-9228-06451741235F}"/>
              </a:ext>
            </a:extLst>
          </p:cNvPr>
          <p:cNvSpPr/>
          <p:nvPr/>
        </p:nvSpPr>
        <p:spPr>
          <a:xfrm rot="16200000">
            <a:off x="4744606" y="755732"/>
            <a:ext cx="4440973" cy="4362586"/>
          </a:xfrm>
          <a:custGeom>
            <a:avLst/>
            <a:gdLst/>
            <a:ahLst/>
            <a:cxnLst/>
            <a:rect l="0" t="0" r="r" b="b"/>
            <a:pathLst>
              <a:path w="2707994" h="1932410">
                <a:moveTo>
                  <a:pt x="2680584" y="0"/>
                </a:moveTo>
                <a:lnTo>
                  <a:pt x="2310548" y="1932410"/>
                </a:lnTo>
                <a:lnTo>
                  <a:pt x="0" y="1929447"/>
                </a:lnTo>
                <a:close/>
              </a:path>
            </a:pathLst>
          </a:custGeom>
          <a:gradFill rotWithShape="1">
            <a:gsLst>
              <a:gs pos="2643">
                <a:schemeClr val="tx2">
                  <a:alpha val="65000"/>
                  <a:lumMod val="90000"/>
                  <a:lumOff val="10000"/>
                </a:schemeClr>
              </a:gs>
              <a:gs pos="73568">
                <a:schemeClr val="tx2">
                  <a:alpha val="0"/>
                  <a:lumMod val="75000"/>
                  <a:lumOff val="25000"/>
                </a:schemeClr>
              </a:gs>
            </a:gsLst>
            <a:lin ang="108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00AEC1AA-EFFC-4185-A0BD-B0F276EF596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852C147-616D-4F4D-84D2-6249C34E08AA}"/>
              </a:ext>
            </a:extLst>
          </p:cNvPr>
          <p:cNvSpPr/>
          <p:nvPr/>
        </p:nvSpPr>
        <p:spPr>
          <a:xfrm rot="5400000">
            <a:off x="1955108" y="-1983591"/>
            <a:ext cx="5169963" cy="9108091"/>
          </a:xfrm>
          <a:custGeom>
            <a:avLst/>
            <a:gdLst/>
            <a:ahLst/>
            <a:cxnLst/>
            <a:rect l="0" t="0" r="r" b="b"/>
            <a:pathLst>
              <a:path w="5169963" h="9108091">
                <a:moveTo>
                  <a:pt x="5169963" y="0"/>
                </a:moveTo>
                <a:lnTo>
                  <a:pt x="5159224" y="9063751"/>
                </a:lnTo>
                <a:lnTo>
                  <a:pt x="0" y="9108091"/>
                </a:lnTo>
                <a:close/>
              </a:path>
            </a:pathLst>
          </a:custGeom>
          <a:gradFill rotWithShape="1">
            <a:gsLst>
              <a:gs pos="7930">
                <a:schemeClr val="bg2">
                  <a:alpha val="33999"/>
                  <a:lumMod val="50000"/>
                </a:schemeClr>
              </a:gs>
              <a:gs pos="45374">
                <a:schemeClr val="bg2">
                  <a:alpha val="5000"/>
                  <a:lumMod val="50000"/>
                </a:schemeClr>
              </a:gs>
            </a:gsLst>
            <a:lin ang="36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7FD4D146-98D0-4D60-ADE7-272EBD8BB2F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36ED3EF-4112-4108-B197-FA8BFDF4FDC9}"/>
              </a:ext>
            </a:extLst>
          </p:cNvPr>
          <p:cNvSpPr/>
          <p:nvPr/>
        </p:nvSpPr>
        <p:spPr>
          <a:xfrm rot="5400000">
            <a:off x="974448" y="-972261"/>
            <a:ext cx="5160099" cy="7114107"/>
          </a:xfrm>
          <a:custGeom>
            <a:avLst/>
            <a:gdLst/>
            <a:ahLst/>
            <a:cxnLst/>
            <a:rect l="0" t="0" r="r" b="b"/>
            <a:pathLst>
              <a:path w="5160100" h="7114108">
                <a:moveTo>
                  <a:pt x="4742739" y="0"/>
                </a:moveTo>
                <a:lnTo>
                  <a:pt x="2760274" y="7114108"/>
                </a:lnTo>
                <a:lnTo>
                  <a:pt x="0" y="4145154"/>
                </a:lnTo>
                <a:close/>
              </a:path>
            </a:pathLst>
          </a:custGeom>
          <a:gradFill rotWithShape="1">
            <a:gsLst>
              <a:gs pos="7930">
                <a:schemeClr val="bg2">
                  <a:alpha val="0"/>
                  <a:lumMod val="50000"/>
                </a:schemeClr>
              </a:gs>
              <a:gs pos="56828">
                <a:schemeClr val="bg2">
                  <a:alpha val="7999"/>
                  <a:lumMod val="50000"/>
                </a:schemeClr>
              </a:gs>
            </a:gsLst>
            <a:lin ang="984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D4C10900-3CB2-446F-B6E2-199F86E89C3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82C016A-FB33-4463-95A9-D815BACF2077}"/>
              </a:ext>
            </a:extLst>
          </p:cNvPr>
          <p:cNvSpPr/>
          <p:nvPr/>
        </p:nvSpPr>
        <p:spPr>
          <a:xfrm rot="5400000">
            <a:off x="1069860" y="488982"/>
            <a:ext cx="4154797" cy="5083097"/>
          </a:xfrm>
          <a:custGeom>
            <a:avLst/>
            <a:gdLst/>
            <a:ahLst/>
            <a:cxnLst/>
            <a:rect l="0" t="0" r="r" b="b"/>
            <a:pathLst>
              <a:path w="4154797" h="5083098">
                <a:moveTo>
                  <a:pt x="1638354" y="0"/>
                </a:moveTo>
                <a:lnTo>
                  <a:pt x="4154797" y="2874177"/>
                </a:lnTo>
                <a:lnTo>
                  <a:pt x="0" y="5083098"/>
                </a:lnTo>
                <a:close/>
              </a:path>
            </a:pathLst>
          </a:custGeom>
          <a:gradFill rotWithShape="1">
            <a:gsLst>
              <a:gs pos="7930">
                <a:schemeClr val="tx2">
                  <a:alpha val="36000"/>
                  <a:lumMod val="90000"/>
                  <a:lumOff val="10000"/>
                </a:schemeClr>
              </a:gs>
              <a:gs pos="56828">
                <a:schemeClr val="tx2">
                  <a:alpha val="0"/>
                  <a:lumMod val="90000"/>
                  <a:lumOff val="10000"/>
                </a:schemeClr>
              </a:gs>
            </a:gsLst>
            <a:lin ang="984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92E00695-BC6E-4E96-B634-3F64D66078B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38FB704-C1C7-4ACD-AE76-D5E7D2478859}"/>
              </a:ext>
            </a:extLst>
          </p:cNvPr>
          <p:cNvSpPr/>
          <p:nvPr/>
        </p:nvSpPr>
        <p:spPr>
          <a:xfrm>
            <a:off x="4522294" y="4703"/>
            <a:ext cx="2494159" cy="2025625"/>
          </a:xfrm>
          <a:custGeom>
            <a:avLst/>
            <a:gdLst/>
            <a:ahLst/>
            <a:cxnLst/>
            <a:rect l="0" t="0" r="r" b="b"/>
            <a:pathLst>
              <a:path w="2494160" h="2025626">
                <a:moveTo>
                  <a:pt x="0" y="9525"/>
                </a:moveTo>
                <a:lnTo>
                  <a:pt x="142085" y="0"/>
                </a:lnTo>
                <a:lnTo>
                  <a:pt x="2494159" y="2025626"/>
                </a:lnTo>
                <a:close/>
              </a:path>
            </a:pathLst>
          </a:custGeom>
          <a:solidFill>
            <a:schemeClr val="accent3">
              <a:alpha val="20999"/>
              <a:lumMod val="75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3D77243E-2392-43A1-9C57-68E648D2354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DF39F95-951C-431D-AC3F-20E723B65F7A}"/>
              </a:ext>
            </a:extLst>
          </p:cNvPr>
          <p:cNvSpPr/>
          <p:nvPr/>
        </p:nvSpPr>
        <p:spPr>
          <a:xfrm>
            <a:off x="-12238" y="-14228"/>
            <a:ext cx="7199675" cy="4069269"/>
          </a:xfrm>
          <a:custGeom>
            <a:avLst/>
            <a:gdLst/>
            <a:ahLst/>
            <a:cxnLst/>
            <a:rect l="0" t="0" r="r" b="b"/>
            <a:pathLst>
              <a:path w="7199675" h="4069270">
                <a:moveTo>
                  <a:pt x="0" y="18971"/>
                </a:moveTo>
                <a:lnTo>
                  <a:pt x="199314" y="0"/>
                </a:lnTo>
                <a:lnTo>
                  <a:pt x="7199676" y="4069270"/>
                </a:lnTo>
                <a:close/>
              </a:path>
            </a:pathLst>
          </a:custGeom>
          <a:solidFill>
            <a:schemeClr val="bg1">
              <a:alpha val="5000"/>
              <a:lumMod val="85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91CB104-1C60-4058-B84C-38E2A9B31A1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A8F1BD3-E854-43AD-AE45-9DAB530D042A}"/>
              </a:ext>
            </a:extLst>
          </p:cNvPr>
          <p:cNvSpPr/>
          <p:nvPr/>
        </p:nvSpPr>
        <p:spPr>
          <a:xfrm>
            <a:off x="16415" y="2803116"/>
            <a:ext cx="2864614" cy="777651"/>
          </a:xfrm>
          <a:custGeom>
            <a:avLst/>
            <a:gdLst/>
            <a:ahLst/>
            <a:cxnLst/>
            <a:rect l="0" t="0" r="r" b="b"/>
            <a:pathLst>
              <a:path w="2864614" h="777651">
                <a:moveTo>
                  <a:pt x="0" y="94697"/>
                </a:moveTo>
                <a:lnTo>
                  <a:pt x="9485" y="0"/>
                </a:lnTo>
                <a:lnTo>
                  <a:pt x="2864614" y="777651"/>
                </a:lnTo>
                <a:close/>
              </a:path>
            </a:pathLst>
          </a:custGeom>
          <a:solidFill>
            <a:schemeClr val="bg1">
              <a:alpha val="2999"/>
              <a:lumMod val="85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18126302-FA57-4666-9A9D-2674A157730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C2E2474-BF48-4EC4-92BA-43722F0456D1}"/>
              </a:ext>
            </a:extLst>
          </p:cNvPr>
          <p:cNvSpPr/>
          <p:nvPr/>
        </p:nvSpPr>
        <p:spPr>
          <a:xfrm flipH="1">
            <a:off x="2956913" y="4742"/>
            <a:ext cx="2067834" cy="2371369"/>
          </a:xfrm>
          <a:custGeom>
            <a:avLst/>
            <a:gdLst/>
            <a:ahLst/>
            <a:cxnLst/>
            <a:rect l="0" t="0" r="r" b="b"/>
            <a:pathLst>
              <a:path w="2067834" h="2371370">
                <a:moveTo>
                  <a:pt x="1944523" y="0"/>
                </a:moveTo>
                <a:lnTo>
                  <a:pt x="2067834" y="9485"/>
                </a:lnTo>
                <a:lnTo>
                  <a:pt x="0" y="2371369"/>
                </a:lnTo>
                <a:close/>
              </a:path>
            </a:pathLst>
          </a:custGeom>
          <a:solidFill>
            <a:schemeClr val="bg1">
              <a:alpha val="2999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27213103-E037-4B51-B1C1-C332C72FBEC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FBA6442-DFD1-404B-AAB9-3D7673C551B8}"/>
              </a:ext>
            </a:extLst>
          </p:cNvPr>
          <p:cNvSpPr/>
          <p:nvPr/>
        </p:nvSpPr>
        <p:spPr>
          <a:xfrm>
            <a:off x="6419112" y="2451996"/>
            <a:ext cx="2712846" cy="2703400"/>
          </a:xfrm>
          <a:custGeom>
            <a:avLst/>
            <a:gdLst/>
            <a:ahLst/>
            <a:cxnLst/>
            <a:rect l="0" t="0" r="r" b="b"/>
            <a:pathLst>
              <a:path w="2712846" h="2703400">
                <a:moveTo>
                  <a:pt x="0" y="0"/>
                </a:moveTo>
                <a:lnTo>
                  <a:pt x="2712846" y="2693875"/>
                </a:lnTo>
                <a:lnTo>
                  <a:pt x="2665617" y="2703400"/>
                </a:lnTo>
                <a:close/>
              </a:path>
            </a:pathLst>
          </a:custGeom>
          <a:solidFill>
            <a:schemeClr val="accent4">
              <a:alpha val="6000"/>
              <a:lumMod val="40000"/>
              <a:lumOff val="60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EED56AA8-CB94-4ED5-B2B5-8331A49182B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54C22EB-C5A8-446F-A875-FE31BBDD6A0C}"/>
              </a:ext>
            </a:extLst>
          </p:cNvPr>
          <p:cNvSpPr/>
          <p:nvPr/>
        </p:nvSpPr>
        <p:spPr>
          <a:xfrm>
            <a:off x="-12040" y="2871728"/>
            <a:ext cx="2248058" cy="2264657"/>
          </a:xfrm>
          <a:custGeom>
            <a:avLst/>
            <a:gdLst/>
            <a:ahLst/>
            <a:cxnLst/>
            <a:rect l="0" t="0" r="r" b="b"/>
            <a:pathLst>
              <a:path w="1764299" h="1875753">
                <a:moveTo>
                  <a:pt x="7114" y="0"/>
                </a:moveTo>
                <a:lnTo>
                  <a:pt x="1764299" y="462417"/>
                </a:lnTo>
                <a:lnTo>
                  <a:pt x="1517676" y="1875753"/>
                </a:lnTo>
                <a:lnTo>
                  <a:pt x="0" y="1695529"/>
                </a:lnTo>
                <a:close/>
              </a:path>
            </a:pathLst>
          </a:custGeom>
          <a:gradFill rotWithShape="1">
            <a:gsLst>
              <a:gs pos="54626">
                <a:schemeClr val="tx2">
                  <a:alpha val="0"/>
                </a:schemeClr>
              </a:gs>
              <a:gs pos="100000">
                <a:schemeClr val="tx2">
                  <a:alpha val="63000"/>
                </a:schemeClr>
              </a:gs>
            </a:gsLst>
            <a:lin ang="1506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CD609750-C486-459A-B2E8-8FA858E3C29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C51E024-EBC9-4A12-939C-D8A70EB1BD9B}"/>
              </a:ext>
            </a:extLst>
          </p:cNvPr>
          <p:cNvSpPr/>
          <p:nvPr/>
        </p:nvSpPr>
        <p:spPr>
          <a:xfrm>
            <a:off x="2805027" y="3656651"/>
            <a:ext cx="2219720" cy="1470367"/>
          </a:xfrm>
          <a:custGeom>
            <a:avLst/>
            <a:gdLst/>
            <a:ahLst/>
            <a:cxnLst/>
            <a:rect l="0" t="0" r="r" b="b"/>
            <a:pathLst>
              <a:path w="2219720" h="1470368">
                <a:moveTo>
                  <a:pt x="0" y="1470368"/>
                </a:moveTo>
                <a:lnTo>
                  <a:pt x="1650592" y="0"/>
                </a:lnTo>
                <a:lnTo>
                  <a:pt x="2219720" y="388905"/>
                </a:lnTo>
                <a:close/>
              </a:path>
            </a:pathLst>
          </a:custGeom>
          <a:gradFill rotWithShape="1">
            <a:gsLst>
              <a:gs pos="22026">
                <a:schemeClr val="accent5">
                  <a:alpha val="0"/>
                  <a:lumMod val="50000"/>
                </a:schemeClr>
              </a:gs>
              <a:gs pos="95595">
                <a:schemeClr val="accent5">
                  <a:alpha val="37000"/>
                  <a:lumMod val="50000"/>
                </a:schemeClr>
              </a:gs>
            </a:gsLst>
            <a:lin ang="774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D0C5958-F553-4EA4-9D1C-93956E49321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9458D65-FDC4-4F13-A1BB-9C33174A132C}"/>
              </a:ext>
            </a:extLst>
          </p:cNvPr>
          <p:cNvSpPr/>
          <p:nvPr/>
        </p:nvSpPr>
        <p:spPr>
          <a:xfrm>
            <a:off x="1230556" y="3457456"/>
            <a:ext cx="1603045" cy="1669444"/>
          </a:xfrm>
          <a:custGeom>
            <a:avLst/>
            <a:gdLst/>
            <a:ahLst/>
            <a:cxnLst/>
            <a:rect l="0" t="0" r="r" b="b"/>
            <a:pathLst>
              <a:path w="1603046" h="1669444">
                <a:moveTo>
                  <a:pt x="1603046" y="1659959"/>
                </a:moveTo>
                <a:lnTo>
                  <a:pt x="0" y="0"/>
                </a:lnTo>
                <a:lnTo>
                  <a:pt x="825237" y="189710"/>
                </a:lnTo>
                <a:close/>
              </a:path>
            </a:pathLst>
          </a:custGeom>
          <a:gradFill rotWithShape="1">
            <a:gsLst>
              <a:gs pos="22026">
                <a:schemeClr val="accent1">
                  <a:alpha val="0"/>
                  <a:lumMod val="50000"/>
                </a:schemeClr>
              </a:gs>
              <a:gs pos="95595">
                <a:schemeClr val="accent1">
                  <a:alpha val="79000"/>
                  <a:lumMod val="50000"/>
                </a:schemeClr>
              </a:gs>
            </a:gsLst>
            <a:lin ang="774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4B2904A1-7829-4A3D-87F9-4BE5D0C1057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CE7FFD3-70A1-4D30-8FB4-940D2BFCCFE1}"/>
              </a:ext>
            </a:extLst>
          </p:cNvPr>
          <p:cNvSpPr/>
          <p:nvPr/>
        </p:nvSpPr>
        <p:spPr>
          <a:xfrm>
            <a:off x="550157" y="1389464"/>
            <a:ext cx="1308995" cy="981746"/>
          </a:xfrm>
          <a:custGeom>
            <a:avLst/>
            <a:gdLst/>
            <a:ahLst/>
            <a:cxnLst/>
            <a:rect l="0" t="0" r="r" b="b"/>
            <a:pathLst>
              <a:path w="1308996" h="981747">
                <a:moveTo>
                  <a:pt x="0" y="0"/>
                </a:moveTo>
                <a:lnTo>
                  <a:pt x="1308996" y="17742"/>
                </a:lnTo>
                <a:lnTo>
                  <a:pt x="549824" y="981747"/>
                </a:lnTo>
                <a:close/>
              </a:path>
            </a:pathLst>
          </a:custGeom>
          <a:gradFill rotWithShape="1">
            <a:gsLst>
              <a:gs pos="100000">
                <a:schemeClr val="tx2">
                  <a:lumMod val="75000"/>
                  <a:lumOff val="25000"/>
                </a:schemeClr>
              </a:gs>
              <a:gs pos="0">
                <a:schemeClr val="accent3">
                  <a:alpha val="0"/>
                  <a:lumMod val="50000"/>
                </a:schemeClr>
              </a:gs>
            </a:gsLst>
            <a:lin ang="1620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32DCC07A-E84E-4AE1-8339-DD5433D146B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A8934FA-28E3-45A4-95C4-011DBDFE2CB5}"/>
              </a:ext>
            </a:extLst>
          </p:cNvPr>
          <p:cNvSpPr/>
          <p:nvPr/>
        </p:nvSpPr>
        <p:spPr>
          <a:xfrm>
            <a:off x="3130839" y="3190124"/>
            <a:ext cx="1135938" cy="851953"/>
          </a:xfrm>
          <a:custGeom>
            <a:avLst/>
            <a:gdLst/>
            <a:ahLst/>
            <a:cxnLst/>
            <a:rect l="0" t="0" r="r" b="b"/>
            <a:pathLst>
              <a:path w="2210116" h="1574589">
                <a:moveTo>
                  <a:pt x="0" y="0"/>
                </a:moveTo>
                <a:lnTo>
                  <a:pt x="2210116" y="28456"/>
                </a:lnTo>
                <a:lnTo>
                  <a:pt x="815751" y="1574589"/>
                </a:lnTo>
                <a:close/>
              </a:path>
            </a:pathLst>
          </a:custGeom>
          <a:solidFill>
            <a:schemeClr val="bg2">
              <a:alpha val="27999"/>
              <a:lumMod val="50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40B02EAD-3F93-4A53-856B-DEC7BD9D2F9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335F1D9-32F6-41E6-82C5-678FD4846A08}"/>
              </a:ext>
            </a:extLst>
          </p:cNvPr>
          <p:cNvSpPr/>
          <p:nvPr/>
        </p:nvSpPr>
        <p:spPr>
          <a:xfrm>
            <a:off x="3065232" y="3323711"/>
            <a:ext cx="387481" cy="264802"/>
          </a:xfrm>
          <a:custGeom>
            <a:avLst/>
            <a:gdLst/>
            <a:ahLst/>
            <a:cxnLst/>
            <a:rect l="0" t="0" r="r" b="b"/>
            <a:pathLst>
              <a:path w="2210116" h="1574589">
                <a:moveTo>
                  <a:pt x="0" y="0"/>
                </a:moveTo>
                <a:lnTo>
                  <a:pt x="2210116" y="28456"/>
                </a:lnTo>
                <a:lnTo>
                  <a:pt x="815751" y="1574589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0F7BAFBD-871B-45E0-A9C9-48F40AE55ED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AC7FC52-7916-47D8-ADC7-31D282DFCC3C}"/>
              </a:ext>
            </a:extLst>
          </p:cNvPr>
          <p:cNvSpPr/>
          <p:nvPr/>
        </p:nvSpPr>
        <p:spPr>
          <a:xfrm>
            <a:off x="768323" y="2033528"/>
            <a:ext cx="285354" cy="178643"/>
          </a:xfrm>
          <a:custGeom>
            <a:avLst/>
            <a:gdLst/>
            <a:ahLst/>
            <a:cxnLst/>
            <a:rect l="0" t="0" r="r" b="b"/>
            <a:pathLst>
              <a:path w="2210116" h="1574589">
                <a:moveTo>
                  <a:pt x="0" y="0"/>
                </a:moveTo>
                <a:lnTo>
                  <a:pt x="2210116" y="28456"/>
                </a:lnTo>
                <a:lnTo>
                  <a:pt x="815751" y="1574589"/>
                </a:lnTo>
                <a:close/>
              </a:path>
            </a:pathLst>
          </a:custGeom>
          <a:solidFill>
            <a:schemeClr val="accent2">
              <a:alpha val="70000"/>
              <a:lumMod val="75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BDD42BA8-1CDF-4AF1-93D9-5245A9A940E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58434CE-3B46-42B6-9191-42355D6EB97D}"/>
              </a:ext>
            </a:extLst>
          </p:cNvPr>
          <p:cNvSpPr/>
          <p:nvPr/>
        </p:nvSpPr>
        <p:spPr>
          <a:xfrm rot="480000">
            <a:off x="7657891" y="1362139"/>
            <a:ext cx="1056877" cy="1481734"/>
          </a:xfrm>
          <a:custGeom>
            <a:avLst/>
            <a:gdLst/>
            <a:ahLst/>
            <a:cxnLst/>
            <a:rect l="0" t="0" r="r" b="b"/>
            <a:pathLst>
              <a:path w="1111537" h="1290025">
                <a:moveTo>
                  <a:pt x="0" y="0"/>
                </a:moveTo>
                <a:lnTo>
                  <a:pt x="1111537" y="34526"/>
                </a:lnTo>
                <a:lnTo>
                  <a:pt x="379419" y="1290025"/>
                </a:lnTo>
                <a:close/>
              </a:path>
            </a:pathLst>
          </a:custGeom>
          <a:solidFill>
            <a:schemeClr val="accent2">
              <a:alpha val="33000"/>
              <a:lumMod val="50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191D45BA-6A81-4E1E-82E9-3811D3C22D2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400DD6C-A6B4-47E7-8192-48FBF472B107}"/>
              </a:ext>
            </a:extLst>
          </p:cNvPr>
          <p:cNvSpPr/>
          <p:nvPr/>
        </p:nvSpPr>
        <p:spPr>
          <a:xfrm>
            <a:off x="8285710" y="1668179"/>
            <a:ext cx="384343" cy="264802"/>
          </a:xfrm>
          <a:custGeom>
            <a:avLst/>
            <a:gdLst/>
            <a:ahLst/>
            <a:cxnLst/>
            <a:rect l="0" t="0" r="r" b="b"/>
            <a:pathLst>
              <a:path w="2210116" h="1574589">
                <a:moveTo>
                  <a:pt x="0" y="0"/>
                </a:moveTo>
                <a:lnTo>
                  <a:pt x="2210116" y="28456"/>
                </a:lnTo>
                <a:lnTo>
                  <a:pt x="815751" y="1574589"/>
                </a:lnTo>
                <a:close/>
              </a:path>
            </a:pathLst>
          </a:custGeom>
          <a:solidFill>
            <a:schemeClr val="accent2">
              <a:alpha val="80000"/>
              <a:lumMod val="75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1AD4765A-A283-42D1-BE9F-0102E231E3E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A35D751-7C2B-4070-8528-D1637DB28B35}"/>
              </a:ext>
            </a:extLst>
          </p:cNvPr>
          <p:cNvSpPr/>
          <p:nvPr/>
        </p:nvSpPr>
        <p:spPr>
          <a:xfrm>
            <a:off x="1935432" y="1463135"/>
            <a:ext cx="1384326" cy="2247979"/>
          </a:xfrm>
          <a:custGeom>
            <a:avLst/>
            <a:gdLst/>
            <a:ahLst/>
            <a:cxnLst/>
            <a:rect l="0" t="0" r="r" b="b"/>
            <a:pathLst>
              <a:path w="1384327" h="2247979">
                <a:moveTo>
                  <a:pt x="9525" y="2229087"/>
                </a:moveTo>
                <a:lnTo>
                  <a:pt x="1318086" y="0"/>
                </a:lnTo>
                <a:lnTo>
                  <a:pt x="1384326" y="104775"/>
                </a:lnTo>
                <a:lnTo>
                  <a:pt x="28456" y="2247979"/>
                </a:lnTo>
                <a:close/>
              </a:path>
            </a:pathLst>
          </a:custGeom>
          <a:gradFill rotWithShape="1">
            <a:gsLst>
              <a:gs pos="0">
                <a:schemeClr val="bg2">
                  <a:alpha val="0"/>
                  <a:lumMod val="5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1271BEFE-E935-4690-B4F2-AF6B7074680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E4927D1-F5C8-4B0C-B932-B289BC34DDEF}"/>
              </a:ext>
            </a:extLst>
          </p:cNvPr>
          <p:cNvSpPr/>
          <p:nvPr/>
        </p:nvSpPr>
        <p:spPr>
          <a:xfrm rot="18840000">
            <a:off x="5048607" y="1257700"/>
            <a:ext cx="627068" cy="2375196"/>
          </a:xfrm>
          <a:custGeom>
            <a:avLst/>
            <a:gdLst/>
            <a:ahLst/>
            <a:cxnLst/>
            <a:rect l="0" t="0" r="r" b="b"/>
            <a:pathLst>
              <a:path w="627069" h="2375196">
                <a:moveTo>
                  <a:pt x="0" y="2356305"/>
                </a:moveTo>
                <a:lnTo>
                  <a:pt x="556880" y="0"/>
                </a:lnTo>
                <a:lnTo>
                  <a:pt x="627069" y="6784"/>
                </a:lnTo>
                <a:lnTo>
                  <a:pt x="18931" y="2375196"/>
                </a:lnTo>
                <a:close/>
              </a:path>
            </a:pathLst>
          </a:custGeom>
          <a:gradFill rotWithShape="1">
            <a:gsLst>
              <a:gs pos="0">
                <a:schemeClr val="accent2">
                  <a:alpha val="0"/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Title 1">
            <a:extLst>
              <a:ext uri="{B3357F1F-AC3C-4523-AFD4-BE6B7C4CC70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1F3AE67-9B84-46F6-8FC5-84C3811CE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9" name="Content Placeholder 2">
            <a:extLst>
              <a:ext uri="{D3220FA3-5589-4EEB-A327-791F0C2310B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4114BDD-E9C6-4D28-B56E-0ED9A9B04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3577" y="3781155"/>
            <a:ext cx="1905000" cy="407078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Font typeface="Arial"/>
              <a:buNone/>
              <a:defRPr lang="en-US" sz="1200" dirty="0">
                <a:solidFill>
                  <a:schemeClr val="bg2"/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  <a:latin typeface="+mn-lt"/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</a:defRPr>
            </a:lvl4pPr>
            <a:lvl5pPr lvl="4">
              <a:lnSpc>
                <a:spcPts val="1200"/>
              </a:lnSpc>
              <a:buFont typeface="Arial"/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>
            <a:extLst>
              <a:ext uri="{76075F92-2222-409A-9926-50043E37452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4E80117-48BC-4BCF-A35A-93EED07CF562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682480" y="1454321"/>
            <a:ext cx="2559067" cy="2205195"/>
          </a:xfrm>
          <a:custGeom>
            <a:avLst/>
            <a:gdLst/>
            <a:ahLst/>
            <a:cxnLst/>
            <a:rect l="0" t="0" r="r" b="b"/>
            <a:pathLst>
              <a:path w="2559067" h="2205196">
                <a:moveTo>
                  <a:pt x="0" y="0"/>
                </a:moveTo>
                <a:lnTo>
                  <a:pt x="2559067" y="9565"/>
                </a:lnTo>
                <a:lnTo>
                  <a:pt x="1292752" y="2205196"/>
                </a:lnTo>
                <a:close/>
              </a:path>
            </a:pathLst>
          </a:custGeom>
          <a:solidFill>
            <a:schemeClr val="bg1"/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31" name="Content Placeholder 2">
            <a:extLst>
              <a:ext uri="{D440EA9C-D661-4796-9CC2-125323BE717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6959DA5-0448-4BAF-87C5-AE7AD0F245C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3658165" y="3781155"/>
            <a:ext cx="1905000" cy="407078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Font typeface="Arial"/>
              <a:buNone/>
              <a:defRPr lang="en-US" sz="1200" dirty="0">
                <a:solidFill>
                  <a:schemeClr val="bg2"/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  <a:latin typeface="+mn-lt"/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</a:defRPr>
            </a:lvl4pPr>
            <a:lvl5pPr lvl="4">
              <a:lnSpc>
                <a:spcPts val="1200"/>
              </a:lnSpc>
              <a:buFont typeface="Arial"/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Picture Placeholder 2">
            <a:extLst>
              <a:ext uri="{259C9457-07A1-4465-9DE6-03E34A174C7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C7CE003-8AA5-4915-9B37-A2766908DF92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3254981" y="1444756"/>
            <a:ext cx="2833884" cy="2229601"/>
          </a:xfrm>
          <a:custGeom>
            <a:avLst/>
            <a:gdLst/>
            <a:ahLst/>
            <a:cxnLst/>
            <a:rect l="0" t="0" r="r" b="b"/>
            <a:pathLst>
              <a:path w="2833885" h="2229601">
                <a:moveTo>
                  <a:pt x="1421636" y="0"/>
                </a:moveTo>
                <a:lnTo>
                  <a:pt x="2833885" y="2229601"/>
                </a:lnTo>
                <a:lnTo>
                  <a:pt x="0" y="2224206"/>
                </a:lnTo>
                <a:close/>
              </a:path>
            </a:pathLst>
          </a:custGeom>
          <a:solidFill>
            <a:schemeClr val="bg1"/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33" name="Content Placeholder 2">
            <a:extLst>
              <a:ext uri="{D942043E-8CA9-4B9F-911C-F4E3F34E75F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644070C-0D6A-4E95-95F0-C0D9C6727A12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6415463" y="3800741"/>
            <a:ext cx="1905000" cy="407078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Font typeface="Arial"/>
              <a:buNone/>
              <a:defRPr lang="en-US" sz="1200" dirty="0">
                <a:solidFill>
                  <a:schemeClr val="bg2"/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  <a:latin typeface="+mn-lt"/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</a:defRPr>
            </a:lvl4pPr>
            <a:lvl5pPr lvl="4">
              <a:lnSpc>
                <a:spcPts val="1200"/>
              </a:lnSpc>
              <a:buFont typeface="Arial"/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Picture Placeholder 2">
            <a:extLst>
              <a:ext uri="{29952E33-8113-48C9-ABA3-71F4A69CE08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0186EE1-3FA6-4E24-846A-5AE7D6699E75}"/>
              </a:ext>
            </a:extLst>
          </p:cNvPr>
          <p:cNvSpPr>
            <a:spLocks noGrp="1"/>
          </p:cNvSpPr>
          <p:nvPr>
            <p:ph type="pic" idx="6"/>
          </p:nvPr>
        </p:nvSpPr>
        <p:spPr>
          <a:xfrm>
            <a:off x="6088944" y="1387804"/>
            <a:ext cx="2539203" cy="2290723"/>
          </a:xfrm>
          <a:custGeom>
            <a:avLst/>
            <a:gdLst/>
            <a:ahLst/>
            <a:cxnLst/>
            <a:rect l="0" t="0" r="r" b="b"/>
            <a:pathLst>
              <a:path w="2539204" h="2290723">
                <a:moveTo>
                  <a:pt x="0" y="0"/>
                </a:moveTo>
                <a:lnTo>
                  <a:pt x="2539204" y="198"/>
                </a:lnTo>
                <a:lnTo>
                  <a:pt x="1287713" y="2290723"/>
                </a:lnTo>
                <a:close/>
              </a:path>
            </a:pathLst>
          </a:custGeom>
          <a:solidFill>
            <a:schemeClr val="bg1"/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35" name="Slide Number Placeholder 4">
            <a:extLst>
              <a:ext uri="{C26320A6-8617-4F14-B7E9-D18B3C40353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DFCCEF9-B091-43BF-8999-FE467AE0B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36" name="Footer Placeholder 3">
            <a:extLst>
              <a:ext uri="{C2EFDF44-4342-4E7C-A897-8A0E27DC0E8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E609134-3362-40DE-A5C6-4B1A228EE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37" name="Date Placeholder 1">
            <a:extLst>
              <a:ext uri="{115427F1-6B11-4D6C-88ED-81A04E94EB3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FE21E1B-C50B-4E67-AE6F-7009C3829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custDataLst>
      <p:tags r:id="rId1"/>
    </p:custDataLst>
    <p:extLst>
      <p:ext uri="{81DA5DEA-BAC6-413D-9BA8-9DB715CAF79F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32166703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Images">
    <p:bg>
      <p:bgPr>
        <a:gradFill rotWithShape="1">
          <a:gsLst>
            <a:gs pos="0">
              <a:srgbClr val="55124F"/>
            </a:gs>
            <a:gs pos="100000">
              <a:srgbClr val="BD2B5B"/>
            </a:gs>
          </a:gsLst>
          <a:lin ang="33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4B2CDE75-E42D-4A6B-9662-A34E2DD31C7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5971A31-D74B-4135-B8B4-07F26DA9115E}"/>
              </a:ext>
            </a:extLst>
          </p:cNvPr>
          <p:cNvSpPr/>
          <p:nvPr/>
        </p:nvSpPr>
        <p:spPr>
          <a:xfrm>
            <a:off x="-14412" y="-2371"/>
            <a:ext cx="9155857" cy="5157728"/>
          </a:xfrm>
          <a:prstGeom prst="rect">
            <a:avLst/>
          </a:prstGeom>
          <a:gradFill rotWithShape="1">
            <a:gsLst>
              <a:gs pos="0">
                <a:schemeClr val="bg2">
                  <a:lumMod val="50000"/>
                </a:schemeClr>
              </a:gs>
              <a:gs pos="90749">
                <a:schemeClr val="tx2">
                  <a:lumMod val="90000"/>
                  <a:lumOff val="10000"/>
                </a:schemeClr>
              </a:gs>
              <a:gs pos="44053">
                <a:schemeClr val="accent3">
                  <a:lumMod val="50000"/>
                </a:schemeClr>
              </a:gs>
            </a:gsLst>
            <a:lin ang="1566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858D22C7-328F-47DF-AA94-3CDF5B10520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8025FF2-A018-4CBF-81E5-9C6E93DD9A25}"/>
              </a:ext>
            </a:extLst>
          </p:cNvPr>
          <p:cNvSpPr/>
          <p:nvPr/>
        </p:nvSpPr>
        <p:spPr>
          <a:xfrm>
            <a:off x="4692755" y="-14228"/>
            <a:ext cx="4451060" cy="5179070"/>
          </a:xfrm>
          <a:prstGeom prst="rect">
            <a:avLst/>
          </a:prstGeom>
          <a:gradFill rotWithShape="1">
            <a:gsLst>
              <a:gs pos="19824">
                <a:schemeClr val="tx1">
                  <a:alpha val="0"/>
                </a:schemeClr>
              </a:gs>
              <a:gs pos="100000">
                <a:schemeClr val="tx1">
                  <a:alpha val="55000"/>
                </a:schemeClr>
              </a:gs>
            </a:gsLst>
            <a:lin ang="2046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6E54000A-FF95-4582-9054-31937DE6436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D289B62-2904-4B0A-907E-9D8486DF6A8C}"/>
              </a:ext>
            </a:extLst>
          </p:cNvPr>
          <p:cNvSpPr/>
          <p:nvPr/>
        </p:nvSpPr>
        <p:spPr>
          <a:xfrm>
            <a:off x="-2555" y="14228"/>
            <a:ext cx="4451060" cy="5141919"/>
          </a:xfrm>
          <a:prstGeom prst="rect">
            <a:avLst/>
          </a:prstGeom>
          <a:gradFill rotWithShape="1">
            <a:gsLst>
              <a:gs pos="33921">
                <a:schemeClr val="tx1">
                  <a:alpha val="0"/>
                </a:schemeClr>
              </a:gs>
              <a:gs pos="100000">
                <a:schemeClr val="tx1">
                  <a:alpha val="55000"/>
                </a:schemeClr>
              </a:gs>
            </a:gsLst>
            <a:lin ang="972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4">
            <a:extLst>
              <a:ext uri="{13AA0607-F813-4211-B9B0-F77AF5EBD12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CCA0016-5CC3-4062-A8D9-A97CC8F1935A}"/>
              </a:ext>
            </a:extLst>
          </p:cNvPr>
          <p:cNvSpPr/>
          <p:nvPr/>
        </p:nvSpPr>
        <p:spPr>
          <a:xfrm rot="16200000">
            <a:off x="4725635" y="755732"/>
            <a:ext cx="4440973" cy="4362586"/>
          </a:xfrm>
          <a:custGeom>
            <a:avLst/>
            <a:gdLst/>
            <a:ahLst/>
            <a:cxnLst/>
            <a:rect l="0" t="0" r="r" b="b"/>
            <a:pathLst>
              <a:path w="2707994" h="1932410">
                <a:moveTo>
                  <a:pt x="2680584" y="0"/>
                </a:moveTo>
                <a:lnTo>
                  <a:pt x="2310548" y="1932410"/>
                </a:lnTo>
                <a:lnTo>
                  <a:pt x="0" y="1929447"/>
                </a:lnTo>
                <a:close/>
              </a:path>
            </a:pathLst>
          </a:custGeom>
          <a:gradFill rotWithShape="1">
            <a:gsLst>
              <a:gs pos="5286">
                <a:schemeClr val="accent6">
                  <a:alpha val="19000"/>
                </a:schemeClr>
              </a:gs>
              <a:gs pos="71366">
                <a:schemeClr val="bg1">
                  <a:alpha val="0"/>
                </a:schemeClr>
              </a:gs>
            </a:gsLst>
            <a:lin ang="168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5">
            <a:extLst>
              <a:ext uri="{1F9EBB30-7B68-4D3B-9B7F-341781D75DE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69C85C6-8F18-49A5-93C9-30C531A03F84}"/>
              </a:ext>
            </a:extLst>
          </p:cNvPr>
          <p:cNvSpPr/>
          <p:nvPr/>
        </p:nvSpPr>
        <p:spPr>
          <a:xfrm>
            <a:off x="4636119" y="38100"/>
            <a:ext cx="4469780" cy="3884341"/>
          </a:xfrm>
          <a:custGeom>
            <a:avLst/>
            <a:gdLst/>
            <a:ahLst/>
            <a:cxnLst/>
            <a:rect l="0" t="0" r="r" b="b"/>
            <a:pathLst>
              <a:path w="5417635" h="3884341">
                <a:moveTo>
                  <a:pt x="3302307" y="0"/>
                </a:moveTo>
                <a:lnTo>
                  <a:pt x="5403626" y="18585"/>
                </a:lnTo>
                <a:lnTo>
                  <a:pt x="5417635" y="3884341"/>
                </a:lnTo>
                <a:lnTo>
                  <a:pt x="0" y="9293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alpha val="7999"/>
                </a:schemeClr>
              </a:gs>
              <a:gs pos="73568">
                <a:schemeClr val="bg1">
                  <a:alpha val="0"/>
                </a:schemeClr>
              </a:gs>
            </a:gsLst>
            <a:lin ang="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43BB3583-7E5D-4E7A-AC59-B7009E858A6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6E5310B-3D61-4598-9DFE-3C8405BDC1CD}"/>
              </a:ext>
            </a:extLst>
          </p:cNvPr>
          <p:cNvSpPr/>
          <p:nvPr/>
        </p:nvSpPr>
        <p:spPr>
          <a:xfrm rot="16200000">
            <a:off x="4744606" y="755732"/>
            <a:ext cx="4440973" cy="4362586"/>
          </a:xfrm>
          <a:custGeom>
            <a:avLst/>
            <a:gdLst/>
            <a:ahLst/>
            <a:cxnLst/>
            <a:rect l="0" t="0" r="r" b="b"/>
            <a:pathLst>
              <a:path w="2707994" h="1932410">
                <a:moveTo>
                  <a:pt x="2680584" y="0"/>
                </a:moveTo>
                <a:lnTo>
                  <a:pt x="2310548" y="1932410"/>
                </a:lnTo>
                <a:lnTo>
                  <a:pt x="0" y="1929447"/>
                </a:lnTo>
                <a:close/>
              </a:path>
            </a:pathLst>
          </a:custGeom>
          <a:gradFill rotWithShape="1">
            <a:gsLst>
              <a:gs pos="2643">
                <a:schemeClr val="tx2">
                  <a:alpha val="65000"/>
                  <a:lumMod val="90000"/>
                  <a:lumOff val="10000"/>
                </a:schemeClr>
              </a:gs>
              <a:gs pos="73568">
                <a:schemeClr val="tx2">
                  <a:alpha val="0"/>
                  <a:lumMod val="75000"/>
                  <a:lumOff val="25000"/>
                </a:schemeClr>
              </a:gs>
            </a:gsLst>
            <a:lin ang="108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2D652C89-652F-4D95-B370-98FFB6DB2AE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E56AD33-7651-44B7-83C9-F5F86F648D73}"/>
              </a:ext>
            </a:extLst>
          </p:cNvPr>
          <p:cNvSpPr/>
          <p:nvPr/>
        </p:nvSpPr>
        <p:spPr>
          <a:xfrm rot="5400000">
            <a:off x="1955108" y="-1983591"/>
            <a:ext cx="5169963" cy="9108091"/>
          </a:xfrm>
          <a:custGeom>
            <a:avLst/>
            <a:gdLst/>
            <a:ahLst/>
            <a:cxnLst/>
            <a:rect l="0" t="0" r="r" b="b"/>
            <a:pathLst>
              <a:path w="5169963" h="9108091">
                <a:moveTo>
                  <a:pt x="5169963" y="0"/>
                </a:moveTo>
                <a:lnTo>
                  <a:pt x="5159224" y="9063751"/>
                </a:lnTo>
                <a:lnTo>
                  <a:pt x="0" y="9108091"/>
                </a:lnTo>
                <a:close/>
              </a:path>
            </a:pathLst>
          </a:custGeom>
          <a:gradFill rotWithShape="1">
            <a:gsLst>
              <a:gs pos="7930">
                <a:schemeClr val="bg2">
                  <a:alpha val="33999"/>
                  <a:lumMod val="50000"/>
                </a:schemeClr>
              </a:gs>
              <a:gs pos="45374">
                <a:schemeClr val="bg2">
                  <a:alpha val="5000"/>
                  <a:lumMod val="50000"/>
                </a:schemeClr>
              </a:gs>
            </a:gsLst>
            <a:lin ang="36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6CE38587-9F42-4D7A-876D-C8E9FFA63CB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A1D3B45-024C-4D1A-BA8E-DE29DA9B59C6}"/>
              </a:ext>
            </a:extLst>
          </p:cNvPr>
          <p:cNvSpPr/>
          <p:nvPr/>
        </p:nvSpPr>
        <p:spPr>
          <a:xfrm rot="5400000">
            <a:off x="974448" y="-972261"/>
            <a:ext cx="5160099" cy="7114107"/>
          </a:xfrm>
          <a:custGeom>
            <a:avLst/>
            <a:gdLst/>
            <a:ahLst/>
            <a:cxnLst/>
            <a:rect l="0" t="0" r="r" b="b"/>
            <a:pathLst>
              <a:path w="5160100" h="7114108">
                <a:moveTo>
                  <a:pt x="4742739" y="0"/>
                </a:moveTo>
                <a:lnTo>
                  <a:pt x="2760274" y="7114108"/>
                </a:lnTo>
                <a:lnTo>
                  <a:pt x="0" y="4145154"/>
                </a:lnTo>
                <a:close/>
              </a:path>
            </a:pathLst>
          </a:custGeom>
          <a:gradFill rotWithShape="1">
            <a:gsLst>
              <a:gs pos="7930">
                <a:schemeClr val="bg2">
                  <a:alpha val="0"/>
                  <a:lumMod val="50000"/>
                </a:schemeClr>
              </a:gs>
              <a:gs pos="56828">
                <a:schemeClr val="bg2">
                  <a:alpha val="7999"/>
                  <a:lumMod val="50000"/>
                </a:schemeClr>
              </a:gs>
            </a:gsLst>
            <a:lin ang="984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40BB4EF3-35E1-4752-A735-35F26AD3D30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A2E1889-765B-4B43-955A-075BE57F9B40}"/>
              </a:ext>
            </a:extLst>
          </p:cNvPr>
          <p:cNvSpPr/>
          <p:nvPr/>
        </p:nvSpPr>
        <p:spPr>
          <a:xfrm rot="5400000">
            <a:off x="1069860" y="488982"/>
            <a:ext cx="4154797" cy="5083097"/>
          </a:xfrm>
          <a:custGeom>
            <a:avLst/>
            <a:gdLst/>
            <a:ahLst/>
            <a:cxnLst/>
            <a:rect l="0" t="0" r="r" b="b"/>
            <a:pathLst>
              <a:path w="4154797" h="5083098">
                <a:moveTo>
                  <a:pt x="1638354" y="0"/>
                </a:moveTo>
                <a:lnTo>
                  <a:pt x="4154797" y="2874177"/>
                </a:lnTo>
                <a:lnTo>
                  <a:pt x="0" y="5083098"/>
                </a:lnTo>
                <a:close/>
              </a:path>
            </a:pathLst>
          </a:custGeom>
          <a:gradFill rotWithShape="1">
            <a:gsLst>
              <a:gs pos="7930">
                <a:schemeClr val="tx2">
                  <a:alpha val="36000"/>
                  <a:lumMod val="90000"/>
                  <a:lumOff val="10000"/>
                </a:schemeClr>
              </a:gs>
              <a:gs pos="56828">
                <a:schemeClr val="tx2">
                  <a:alpha val="0"/>
                  <a:lumMod val="90000"/>
                  <a:lumOff val="10000"/>
                </a:schemeClr>
              </a:gs>
            </a:gsLst>
            <a:lin ang="984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34249365-27DF-4C0E-ABCE-C6E1632B52D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44ACEE5-1198-4792-AD40-771FCF823165}"/>
              </a:ext>
            </a:extLst>
          </p:cNvPr>
          <p:cNvSpPr/>
          <p:nvPr/>
        </p:nvSpPr>
        <p:spPr>
          <a:xfrm>
            <a:off x="4522294" y="4703"/>
            <a:ext cx="2494159" cy="2025625"/>
          </a:xfrm>
          <a:custGeom>
            <a:avLst/>
            <a:gdLst/>
            <a:ahLst/>
            <a:cxnLst/>
            <a:rect l="0" t="0" r="r" b="b"/>
            <a:pathLst>
              <a:path w="2494160" h="2025626">
                <a:moveTo>
                  <a:pt x="0" y="9525"/>
                </a:moveTo>
                <a:lnTo>
                  <a:pt x="142085" y="0"/>
                </a:lnTo>
                <a:lnTo>
                  <a:pt x="2494159" y="2025626"/>
                </a:lnTo>
                <a:close/>
              </a:path>
            </a:pathLst>
          </a:custGeom>
          <a:solidFill>
            <a:schemeClr val="accent3">
              <a:alpha val="20999"/>
              <a:lumMod val="75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397E8C35-2841-4126-A166-B22C8DAB4F3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FBE89BC-C8CC-4277-BB02-776DD229C577}"/>
              </a:ext>
            </a:extLst>
          </p:cNvPr>
          <p:cNvSpPr/>
          <p:nvPr/>
        </p:nvSpPr>
        <p:spPr>
          <a:xfrm>
            <a:off x="-12238" y="-14228"/>
            <a:ext cx="7199675" cy="4069269"/>
          </a:xfrm>
          <a:custGeom>
            <a:avLst/>
            <a:gdLst/>
            <a:ahLst/>
            <a:cxnLst/>
            <a:rect l="0" t="0" r="r" b="b"/>
            <a:pathLst>
              <a:path w="7199675" h="4069270">
                <a:moveTo>
                  <a:pt x="0" y="18971"/>
                </a:moveTo>
                <a:lnTo>
                  <a:pt x="199314" y="0"/>
                </a:lnTo>
                <a:lnTo>
                  <a:pt x="7199676" y="4069270"/>
                </a:lnTo>
                <a:close/>
              </a:path>
            </a:pathLst>
          </a:custGeom>
          <a:solidFill>
            <a:schemeClr val="bg1">
              <a:alpha val="4000"/>
              <a:lumMod val="85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237B4A63-664F-407A-9344-72428CB1DEA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0AE625D-C936-4BE4-B289-1FC35103E7CF}"/>
              </a:ext>
            </a:extLst>
          </p:cNvPr>
          <p:cNvSpPr/>
          <p:nvPr/>
        </p:nvSpPr>
        <p:spPr>
          <a:xfrm>
            <a:off x="16415" y="2803116"/>
            <a:ext cx="2864614" cy="777651"/>
          </a:xfrm>
          <a:custGeom>
            <a:avLst/>
            <a:gdLst/>
            <a:ahLst/>
            <a:cxnLst/>
            <a:rect l="0" t="0" r="r" b="b"/>
            <a:pathLst>
              <a:path w="2864614" h="777651">
                <a:moveTo>
                  <a:pt x="0" y="94697"/>
                </a:moveTo>
                <a:lnTo>
                  <a:pt x="9485" y="0"/>
                </a:lnTo>
                <a:lnTo>
                  <a:pt x="2864614" y="777651"/>
                </a:lnTo>
                <a:close/>
              </a:path>
            </a:pathLst>
          </a:custGeom>
          <a:solidFill>
            <a:schemeClr val="bg1">
              <a:alpha val="2999"/>
              <a:lumMod val="85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1283574A-576A-448B-B28D-B4440D0F02B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9F336F0-0C12-4F69-A03F-551D5B850C2E}"/>
              </a:ext>
            </a:extLst>
          </p:cNvPr>
          <p:cNvSpPr/>
          <p:nvPr/>
        </p:nvSpPr>
        <p:spPr>
          <a:xfrm>
            <a:off x="-12040" y="2871728"/>
            <a:ext cx="2248058" cy="2264657"/>
          </a:xfrm>
          <a:custGeom>
            <a:avLst/>
            <a:gdLst/>
            <a:ahLst/>
            <a:cxnLst/>
            <a:rect l="0" t="0" r="r" b="b"/>
            <a:pathLst>
              <a:path w="1764299" h="1875753">
                <a:moveTo>
                  <a:pt x="7114" y="0"/>
                </a:moveTo>
                <a:lnTo>
                  <a:pt x="1764299" y="462417"/>
                </a:lnTo>
                <a:lnTo>
                  <a:pt x="1517676" y="1875753"/>
                </a:lnTo>
                <a:lnTo>
                  <a:pt x="0" y="1695529"/>
                </a:lnTo>
                <a:close/>
              </a:path>
            </a:pathLst>
          </a:custGeom>
          <a:gradFill rotWithShape="1">
            <a:gsLst>
              <a:gs pos="54626">
                <a:schemeClr val="tx2">
                  <a:alpha val="0"/>
                </a:schemeClr>
              </a:gs>
              <a:gs pos="100000">
                <a:schemeClr val="tx2">
                  <a:alpha val="63000"/>
                </a:schemeClr>
              </a:gs>
            </a:gsLst>
            <a:lin ang="1506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81CAA732-06BD-4295-9BB5-16329629FB9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3022C97-6E28-4FFF-B9B0-8B5B00F9F946}"/>
              </a:ext>
            </a:extLst>
          </p:cNvPr>
          <p:cNvSpPr/>
          <p:nvPr/>
        </p:nvSpPr>
        <p:spPr>
          <a:xfrm>
            <a:off x="2805027" y="3656651"/>
            <a:ext cx="2219720" cy="1470367"/>
          </a:xfrm>
          <a:custGeom>
            <a:avLst/>
            <a:gdLst/>
            <a:ahLst/>
            <a:cxnLst/>
            <a:rect l="0" t="0" r="r" b="b"/>
            <a:pathLst>
              <a:path w="2219720" h="1470368">
                <a:moveTo>
                  <a:pt x="0" y="1470368"/>
                </a:moveTo>
                <a:lnTo>
                  <a:pt x="1650592" y="0"/>
                </a:lnTo>
                <a:lnTo>
                  <a:pt x="2219720" y="388905"/>
                </a:lnTo>
                <a:close/>
              </a:path>
            </a:pathLst>
          </a:custGeom>
          <a:gradFill rotWithShape="1">
            <a:gsLst>
              <a:gs pos="22026">
                <a:schemeClr val="accent5">
                  <a:alpha val="0"/>
                  <a:lumMod val="50000"/>
                </a:schemeClr>
              </a:gs>
              <a:gs pos="95595">
                <a:schemeClr val="accent5">
                  <a:alpha val="37000"/>
                  <a:lumMod val="50000"/>
                </a:schemeClr>
              </a:gs>
            </a:gsLst>
            <a:lin ang="774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7D055915-6242-4360-94C7-F66300180A7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32799F8-941A-4E38-AB1F-F48606D825C4}"/>
              </a:ext>
            </a:extLst>
          </p:cNvPr>
          <p:cNvSpPr/>
          <p:nvPr/>
        </p:nvSpPr>
        <p:spPr>
          <a:xfrm>
            <a:off x="1230556" y="3457456"/>
            <a:ext cx="1603045" cy="1669444"/>
          </a:xfrm>
          <a:custGeom>
            <a:avLst/>
            <a:gdLst/>
            <a:ahLst/>
            <a:cxnLst/>
            <a:rect l="0" t="0" r="r" b="b"/>
            <a:pathLst>
              <a:path w="1603046" h="1669444">
                <a:moveTo>
                  <a:pt x="1603046" y="1659959"/>
                </a:moveTo>
                <a:lnTo>
                  <a:pt x="0" y="0"/>
                </a:lnTo>
                <a:lnTo>
                  <a:pt x="825237" y="189710"/>
                </a:lnTo>
                <a:close/>
              </a:path>
            </a:pathLst>
          </a:custGeom>
          <a:gradFill rotWithShape="1">
            <a:gsLst>
              <a:gs pos="22026">
                <a:schemeClr val="accent1">
                  <a:alpha val="0"/>
                  <a:lumMod val="50000"/>
                </a:schemeClr>
              </a:gs>
              <a:gs pos="95595">
                <a:schemeClr val="accent1">
                  <a:alpha val="79000"/>
                  <a:lumMod val="50000"/>
                </a:schemeClr>
              </a:gs>
            </a:gsLst>
            <a:lin ang="774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Title 1">
            <a:extLst>
              <a:ext uri="{AB509EA5-8F8C-4C22-83A2-5A3AD731EC9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0A1FA82-9BD3-4C97-93FA-F034D80DB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036" y="3076811"/>
            <a:ext cx="3177648" cy="950228"/>
          </a:xfrm>
          <a:prstGeom prst="rect">
            <a:avLst/>
          </a:prstGeom>
        </p:spPr>
        <p:txBody>
          <a:bodyPr rtlCol="0"/>
          <a:lstStyle>
            <a:lvl1pPr lvl="0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Picture Placeholder 2">
            <a:extLst>
              <a:ext uri="{E0B520E9-1370-45F7-9324-BA4034569AC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08F6911-B9D9-4F5B-8692-A277E8BB6F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599370" y="-4900"/>
            <a:ext cx="4133336" cy="3424613"/>
          </a:xfrm>
          <a:custGeom>
            <a:avLst/>
            <a:gdLst/>
            <a:ahLst/>
            <a:cxnLst/>
            <a:rect l="0" t="0" r="r" b="b"/>
            <a:pathLst>
              <a:path w="4133336" h="3424613">
                <a:moveTo>
                  <a:pt x="0" y="0"/>
                </a:moveTo>
                <a:lnTo>
                  <a:pt x="4133336" y="40"/>
                </a:lnTo>
                <a:lnTo>
                  <a:pt x="2247426" y="3424613"/>
                </a:lnTo>
                <a:close/>
              </a:path>
            </a:pathLst>
          </a:custGeom>
          <a:solidFill>
            <a:schemeClr val="bg1"/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9" name="Picture Placeholder 2">
            <a:extLst>
              <a:ext uri="{2D04FC20-E3E6-4CFC-849E-265D7148CA1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EEBB612-6534-47C4-97AF-63CDF499CD05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2852876" y="4663"/>
            <a:ext cx="4731524" cy="5176778"/>
          </a:xfrm>
          <a:custGeom>
            <a:avLst/>
            <a:gdLst/>
            <a:ahLst/>
            <a:cxnLst/>
            <a:rect l="0" t="0" r="r" b="b"/>
            <a:pathLst>
              <a:path w="4731524" h="5176779">
                <a:moveTo>
                  <a:pt x="2951389" y="0"/>
                </a:moveTo>
                <a:lnTo>
                  <a:pt x="4731524" y="1896245"/>
                </a:lnTo>
                <a:lnTo>
                  <a:pt x="0" y="5176779"/>
                </a:lnTo>
                <a:close/>
              </a:path>
            </a:pathLst>
          </a:custGeom>
          <a:solidFill>
            <a:schemeClr val="bg1"/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0" name="Picture Placeholder 2">
            <a:extLst>
              <a:ext uri="{59A01C1C-C4D4-45CE-B833-8C25A655C36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5EEF07F-2211-474D-8B6D-7168791CEFBD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5887932" y="-23990"/>
            <a:ext cx="3274880" cy="3547924"/>
          </a:xfrm>
          <a:custGeom>
            <a:avLst/>
            <a:gdLst/>
            <a:ahLst/>
            <a:cxnLst/>
            <a:rect l="0" t="0" r="r" b="b"/>
            <a:pathLst>
              <a:path w="3274881" h="3547924">
                <a:moveTo>
                  <a:pt x="0" y="19248"/>
                </a:moveTo>
                <a:lnTo>
                  <a:pt x="3274881" y="0"/>
                </a:lnTo>
                <a:lnTo>
                  <a:pt x="3255791" y="3547924"/>
                </a:lnTo>
                <a:close/>
              </a:path>
            </a:pathLst>
          </a:custGeom>
          <a:solidFill>
            <a:schemeClr val="bg1"/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1" name="Picture Placeholder 2">
            <a:extLst>
              <a:ext uri="{736B53AB-06AB-45A7-958E-CFD52705189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D1FD767-B5FF-4930-A70C-37F6AA52A75C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2890976" y="1920077"/>
            <a:ext cx="6253419" cy="3251800"/>
          </a:xfrm>
          <a:custGeom>
            <a:avLst/>
            <a:gdLst/>
            <a:ahLst/>
            <a:cxnLst/>
            <a:rect l="0" t="0" r="r" b="b"/>
            <a:pathLst>
              <a:path w="6253420" h="3251800">
                <a:moveTo>
                  <a:pt x="4721920" y="0"/>
                </a:moveTo>
                <a:lnTo>
                  <a:pt x="6253420" y="1603856"/>
                </a:lnTo>
                <a:lnTo>
                  <a:pt x="6252946" y="3251800"/>
                </a:lnTo>
                <a:lnTo>
                  <a:pt x="0" y="3242117"/>
                </a:lnTo>
                <a:close/>
              </a:path>
            </a:pathLst>
          </a:custGeom>
          <a:solidFill>
            <a:schemeClr val="bg1"/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2" name="TextBox 21">
            <a:extLst>
              <a:ext uri="{8F311286-2D67-426C-80EA-44AC4D12231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B50C22F-724C-4754-B7FD-446B3F59D89E}"/>
              </a:ext>
            </a:extLst>
          </p:cNvPr>
          <p:cNvSpPr txBox="1">
            <a:spLocks noGrp="1"/>
          </p:cNvSpPr>
          <p:nvPr/>
        </p:nvSpPr>
        <p:spPr>
          <a:xfrm>
            <a:off x="6123448" y="4771233"/>
            <a:ext cx="2133600" cy="273844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sz="600" dirty="0">
                <a:solidFill>
                  <a:schemeClr val="bg1">
                    <a:lumMod val="75000"/>
                  </a:schemeClr>
                </a:solidFill>
              </a:rPr>
              <a:t>&lt;#&gt;</a:t>
            </a:r>
          </a:p>
        </p:txBody>
      </p:sp>
      <p:sp>
        <p:nvSpPr>
          <p:cNvPr id="23" name="Slide Number Placeholder 4">
            <a:extLst>
              <a:ext uri="{E6420F40-0753-4AFD-89BE-F244C45FEDE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6A0417A-B2ED-4CA6-8897-F6523758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24" name="Footer Placeholder 3">
            <a:extLst>
              <a:ext uri="{2EE7D326-C2EF-4C67-8560-0D99B5990CC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0C46DA0-7244-491C-9C06-EE3B5C50E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25" name="Date Placeholder 1">
            <a:extLst>
              <a:ext uri="{81BF527E-4C7A-43D9-A4DF-74D22B727B4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F103340-354B-4E3C-9EBB-6485EB3A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custDataLst>
      <p:tags r:id="rId1"/>
    </p:custDataLst>
    <p:extLst>
      <p:ext uri="{BD3AB838-125F-4ABC-9D9C-92367F3DEC3A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32166703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Pr>
        <a:pattFill prst="pct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1AAC90A8-7AB1-4081-9690-4D808CF96BD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6851840-8478-45D4-AB94-4FEC0F028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5" y="196645"/>
            <a:ext cx="7381874" cy="999612"/>
          </a:xfrm>
          <a:prstGeom prst="rect">
            <a:avLst/>
          </a:prstGeom>
        </p:spPr>
        <p:txBody>
          <a:bodyPr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5774FE67-78C6-4611-9F8F-8690CFEAF2E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F863EC8-403E-4FAB-9027-E067BF065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5825" y="1408593"/>
            <a:ext cx="7381874" cy="3084206"/>
          </a:xfrm>
          <a:prstGeom prst="rect">
            <a:avLst/>
          </a:prstGeom>
        </p:spPr>
        <p:txBody>
          <a:bodyPr lIns="91440" tIns="9360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reeform: Shape 3">
            <a:extLst>
              <a:ext uri="{C8A5CF15-91EC-403B-89C5-BBE85E8A3B9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9FEB18A-FDAA-4EBD-BD33-932EFFD1A3F7}"/>
              </a:ext>
            </a:extLst>
          </p:cNvPr>
          <p:cNvSpPr/>
          <p:nvPr/>
        </p:nvSpPr>
        <p:spPr>
          <a:xfrm>
            <a:off x="4391775" y="-33199"/>
            <a:ext cx="4752224" cy="3016382"/>
          </a:xfrm>
          <a:custGeom>
            <a:avLst/>
            <a:gdLst/>
            <a:ahLst/>
            <a:cxnLst/>
            <a:rect l="0" t="0" r="r" b="b"/>
            <a:pathLst>
              <a:path w="4752224" h="3016382">
                <a:moveTo>
                  <a:pt x="2845643" y="0"/>
                </a:moveTo>
                <a:lnTo>
                  <a:pt x="4752225" y="14161"/>
                </a:lnTo>
                <a:lnTo>
                  <a:pt x="0" y="3016382"/>
                </a:lnTo>
                <a:close/>
              </a:path>
            </a:pathLst>
          </a:custGeom>
          <a:gradFill rotWithShape="1">
            <a:gsLst>
              <a:gs pos="100000">
                <a:schemeClr val="accent4">
                  <a:alpha val="16000"/>
                  <a:lumMod val="20000"/>
                  <a:lumOff val="80000"/>
                </a:schemeClr>
              </a:gs>
              <a:gs pos="0">
                <a:schemeClr val="bg1">
                  <a:alpha val="0"/>
                </a:schemeClr>
              </a:gs>
            </a:gsLst>
            <a:lin ang="1620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4">
            <a:extLst>
              <a:ext uri="{07D0EC0F-0BB3-48FC-9CE6-6585908691B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DDF9F8B-46F6-482C-BF4C-F1EEDA73886D}"/>
              </a:ext>
            </a:extLst>
          </p:cNvPr>
          <p:cNvSpPr/>
          <p:nvPr/>
        </p:nvSpPr>
        <p:spPr>
          <a:xfrm>
            <a:off x="6249279" y="0"/>
            <a:ext cx="2732044" cy="2229087"/>
          </a:xfrm>
          <a:custGeom>
            <a:avLst/>
            <a:gdLst/>
            <a:ahLst/>
            <a:cxnLst/>
            <a:rect l="0" t="0" r="r" b="b"/>
            <a:pathLst>
              <a:path w="2732045" h="2229087">
                <a:moveTo>
                  <a:pt x="0" y="790"/>
                </a:moveTo>
                <a:lnTo>
                  <a:pt x="1166941" y="0"/>
                </a:lnTo>
                <a:lnTo>
                  <a:pt x="2732045" y="2229087"/>
                </a:lnTo>
                <a:close/>
              </a:path>
            </a:pathLst>
          </a:custGeom>
          <a:gradFill rotWithShape="1">
            <a:gsLst>
              <a:gs pos="100000">
                <a:schemeClr val="accent4">
                  <a:alpha val="22000"/>
                  <a:lumMod val="20000"/>
                  <a:lumOff val="80000"/>
                </a:schemeClr>
              </a:gs>
              <a:gs pos="0">
                <a:schemeClr val="bg1">
                  <a:alpha val="0"/>
                </a:schemeClr>
              </a:gs>
            </a:gsLst>
            <a:lin ang="1620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5">
            <a:extLst>
              <a:ext uri="{DE43666D-7584-4AF4-B5E3-1842BE50DF1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F6E64D3-EE6A-4E27-A4AC-0F9A7D7235B8}"/>
              </a:ext>
            </a:extLst>
          </p:cNvPr>
          <p:cNvSpPr/>
          <p:nvPr/>
        </p:nvSpPr>
        <p:spPr>
          <a:xfrm rot="10800000">
            <a:off x="-7517" y="-6287"/>
            <a:ext cx="1208210" cy="815323"/>
          </a:xfrm>
          <a:custGeom>
            <a:avLst/>
            <a:gdLst/>
            <a:ahLst/>
            <a:cxnLst/>
            <a:rect l="0" t="0" r="r" b="b"/>
            <a:pathLst>
              <a:path w="3012445" h="2036181">
                <a:moveTo>
                  <a:pt x="2093407" y="1402582"/>
                </a:moveTo>
                <a:lnTo>
                  <a:pt x="3004038" y="0"/>
                </a:lnTo>
                <a:lnTo>
                  <a:pt x="3012445" y="2036181"/>
                </a:lnTo>
                <a:lnTo>
                  <a:pt x="0" y="2020137"/>
                </a:lnTo>
                <a:close/>
              </a:path>
            </a:pathLst>
          </a:custGeom>
          <a:gradFill rotWithShape="1">
            <a:gsLst>
              <a:gs pos="0">
                <a:schemeClr val="bg2">
                  <a:lumMod val="50000"/>
                </a:schemeClr>
              </a:gs>
              <a:gs pos="90749">
                <a:schemeClr val="tx2">
                  <a:lumMod val="90000"/>
                  <a:lumOff val="10000"/>
                </a:schemeClr>
              </a:gs>
              <a:gs pos="44053">
                <a:schemeClr val="accent3">
                  <a:lumMod val="50000"/>
                </a:schemeClr>
              </a:gs>
            </a:gsLst>
            <a:lin ang="1566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0575C5F6-A584-405F-B924-1B7B32399EF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CF07F42-AF75-4C49-8C35-CFF01D23D9EC}"/>
              </a:ext>
            </a:extLst>
          </p:cNvPr>
          <p:cNvSpPr/>
          <p:nvPr/>
        </p:nvSpPr>
        <p:spPr>
          <a:xfrm rot="10800000">
            <a:off x="3881" y="-10467"/>
            <a:ext cx="694011" cy="257548"/>
          </a:xfrm>
          <a:custGeom>
            <a:avLst/>
            <a:gdLst/>
            <a:ahLst/>
            <a:cxnLst/>
            <a:rect l="0" t="0" r="r" b="b"/>
            <a:pathLst>
              <a:path w="949205" h="352251">
                <a:moveTo>
                  <a:pt x="460141" y="0"/>
                </a:moveTo>
                <a:lnTo>
                  <a:pt x="949205" y="331317"/>
                </a:lnTo>
                <a:lnTo>
                  <a:pt x="656128" y="352251"/>
                </a:lnTo>
                <a:lnTo>
                  <a:pt x="0" y="343842"/>
                </a:lnTo>
                <a:close/>
              </a:path>
            </a:pathLst>
          </a:custGeom>
          <a:gradFill rotWithShape="1">
            <a:gsLst>
              <a:gs pos="100000">
                <a:schemeClr val="accent3">
                  <a:alpha val="87000"/>
                </a:schemeClr>
              </a:gs>
              <a:gs pos="0">
                <a:schemeClr val="accent3">
                  <a:alpha val="0"/>
                  <a:lumMod val="75000"/>
                </a:schemeClr>
              </a:gs>
            </a:gsLst>
            <a:lin ang="936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CACB22EB-EDF0-423D-A346-394A74085BD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1C1E879-A9CE-4F60-839F-0A6053812AC5}"/>
              </a:ext>
            </a:extLst>
          </p:cNvPr>
          <p:cNvSpPr/>
          <p:nvPr/>
        </p:nvSpPr>
        <p:spPr>
          <a:xfrm rot="10800000">
            <a:off x="-8245" y="-621"/>
            <a:ext cx="1216332" cy="817050"/>
          </a:xfrm>
          <a:custGeom>
            <a:avLst/>
            <a:gdLst/>
            <a:ahLst/>
            <a:cxnLst/>
            <a:rect l="0" t="0" r="r" b="b"/>
            <a:pathLst>
              <a:path w="2377699" h="1597177">
                <a:moveTo>
                  <a:pt x="1605735" y="1035825"/>
                </a:moveTo>
                <a:lnTo>
                  <a:pt x="2377699" y="0"/>
                </a:lnTo>
                <a:lnTo>
                  <a:pt x="1658985" y="1115553"/>
                </a:lnTo>
                <a:lnTo>
                  <a:pt x="0" y="159717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1D8B751B-6A1E-499E-B497-19DD4909D78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1CC94ED-E811-48EE-AA64-8BA8CA17A7E0}"/>
              </a:ext>
            </a:extLst>
          </p:cNvPr>
          <p:cNvSpPr/>
          <p:nvPr/>
        </p:nvSpPr>
        <p:spPr>
          <a:xfrm rot="10800000">
            <a:off x="-29418" y="-19367"/>
            <a:ext cx="1841145" cy="874247"/>
          </a:xfrm>
          <a:custGeom>
            <a:avLst/>
            <a:gdLst/>
            <a:ahLst/>
            <a:cxnLst/>
            <a:rect l="0" t="0" r="r" b="b"/>
            <a:pathLst>
              <a:path w="1841145" h="874248">
                <a:moveTo>
                  <a:pt x="1247502" y="425961"/>
                </a:moveTo>
                <a:lnTo>
                  <a:pt x="1841145" y="0"/>
                </a:lnTo>
                <a:lnTo>
                  <a:pt x="1440793" y="555904"/>
                </a:lnTo>
                <a:lnTo>
                  <a:pt x="555585" y="868421"/>
                </a:lnTo>
                <a:lnTo>
                  <a:pt x="0" y="874248"/>
                </a:lnTo>
                <a:lnTo>
                  <a:pt x="924179" y="328039"/>
                </a:lnTo>
                <a:close/>
              </a:path>
            </a:pathLst>
          </a:custGeom>
          <a:gradFill rotWithShape="1">
            <a:gsLst>
              <a:gs pos="14978">
                <a:schemeClr val="accent2">
                  <a:alpha val="5000"/>
                  <a:lumMod val="75000"/>
                </a:schemeClr>
              </a:gs>
              <a:gs pos="90749">
                <a:schemeClr val="bg2">
                  <a:alpha val="43000"/>
                </a:schemeClr>
              </a:gs>
            </a:gsLst>
            <a:lin ang="1482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C3884834-C66C-4EC5-AF16-12FB02A3D8F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C73CB28-96FD-4F9C-A617-972A82A43421}"/>
              </a:ext>
            </a:extLst>
          </p:cNvPr>
          <p:cNvSpPr/>
          <p:nvPr/>
        </p:nvSpPr>
        <p:spPr>
          <a:xfrm rot="10800000">
            <a:off x="892831" y="33701"/>
            <a:ext cx="673148" cy="483912"/>
          </a:xfrm>
          <a:custGeom>
            <a:avLst/>
            <a:gdLst/>
            <a:ahLst/>
            <a:cxnLst/>
            <a:rect l="0" t="0" r="r" b="b"/>
            <a:pathLst>
              <a:path w="673149" h="483913">
                <a:moveTo>
                  <a:pt x="0" y="377000"/>
                </a:moveTo>
                <a:lnTo>
                  <a:pt x="398604" y="483913"/>
                </a:lnTo>
                <a:lnTo>
                  <a:pt x="612850" y="429254"/>
                </a:lnTo>
                <a:lnTo>
                  <a:pt x="673149" y="0"/>
                </a:lnTo>
                <a:lnTo>
                  <a:pt x="349825" y="186052"/>
                </a:lnTo>
                <a:close/>
              </a:path>
            </a:pathLst>
          </a:custGeom>
          <a:gradFill rotWithShape="1">
            <a:gsLst>
              <a:gs pos="14978">
                <a:srgbClr val="C6265E">
                  <a:alpha val="22000"/>
                </a:srgbClr>
              </a:gs>
              <a:gs pos="90749">
                <a:srgbClr val="BD3B70">
                  <a:alpha val="0"/>
                </a:srgbClr>
              </a:gs>
            </a:gsLst>
            <a:lin ang="720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E4D2036B-F6F1-443F-ACE7-9DAF01CEC54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AA225D3-A89A-430D-9BFF-F9BABF50E81F}"/>
              </a:ext>
            </a:extLst>
          </p:cNvPr>
          <p:cNvSpPr/>
          <p:nvPr/>
        </p:nvSpPr>
        <p:spPr>
          <a:xfrm rot="10800000">
            <a:off x="391768" y="90449"/>
            <a:ext cx="572328" cy="437139"/>
          </a:xfrm>
          <a:custGeom>
            <a:avLst/>
            <a:gdLst/>
            <a:ahLst/>
            <a:cxnLst/>
            <a:rect l="0" t="0" r="r" b="b"/>
            <a:pathLst>
              <a:path w="572328" h="437139">
                <a:moveTo>
                  <a:pt x="68241" y="0"/>
                </a:moveTo>
                <a:lnTo>
                  <a:pt x="0" y="437139"/>
                </a:lnTo>
                <a:cubicBezTo>
                  <a:pt x="164312" y="386546"/>
                  <a:pt x="418617" y="293499"/>
                  <a:pt x="572328" y="239642"/>
                </a:cubicBezTo>
                <a:lnTo>
                  <a:pt x="408017" y="102818"/>
                </a:lnTo>
                <a:close/>
              </a:path>
            </a:pathLst>
          </a:custGeom>
          <a:gradFill rotWithShape="1">
            <a:gsLst>
              <a:gs pos="14978">
                <a:schemeClr val="accent2">
                  <a:alpha val="30000"/>
                  <a:lumMod val="75000"/>
                </a:schemeClr>
              </a:gs>
              <a:gs pos="73128">
                <a:schemeClr val="accent2">
                  <a:alpha val="13000"/>
                  <a:lumMod val="50000"/>
                </a:schemeClr>
              </a:gs>
            </a:gsLst>
            <a:lin ang="450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A416DE4A-E3D3-4D2D-BDC1-04AEA1A24F9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4F32BF2-9B3B-4073-A2AD-FC4863AE0126}"/>
              </a:ext>
            </a:extLst>
          </p:cNvPr>
          <p:cNvSpPr/>
          <p:nvPr/>
        </p:nvSpPr>
        <p:spPr>
          <a:xfrm>
            <a:off x="6783108" y="3562778"/>
            <a:ext cx="2361821" cy="1593800"/>
          </a:xfrm>
          <a:custGeom>
            <a:avLst/>
            <a:gdLst/>
            <a:ahLst/>
            <a:cxnLst/>
            <a:rect l="0" t="0" r="r" b="b"/>
            <a:pathLst>
              <a:path w="3012445" h="2036181">
                <a:moveTo>
                  <a:pt x="2093407" y="1402582"/>
                </a:moveTo>
                <a:lnTo>
                  <a:pt x="3004038" y="0"/>
                </a:lnTo>
                <a:lnTo>
                  <a:pt x="3012445" y="2036181"/>
                </a:lnTo>
                <a:lnTo>
                  <a:pt x="0" y="2020137"/>
                </a:lnTo>
                <a:close/>
              </a:path>
            </a:pathLst>
          </a:custGeom>
          <a:gradFill rotWithShape="1">
            <a:gsLst>
              <a:gs pos="0">
                <a:schemeClr val="bg2">
                  <a:lumMod val="50000"/>
                </a:schemeClr>
              </a:gs>
              <a:gs pos="90749">
                <a:schemeClr val="tx2">
                  <a:lumMod val="90000"/>
                  <a:lumOff val="10000"/>
                </a:schemeClr>
              </a:gs>
              <a:gs pos="44053">
                <a:schemeClr val="accent3">
                  <a:lumMod val="75000"/>
                </a:schemeClr>
              </a:gs>
            </a:gsLst>
            <a:lin ang="1566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8170A9ED-FFC5-4DCB-9C20-A187866E3DF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6726DB1-D04D-4AE2-90EB-DD68A3821FDB}"/>
              </a:ext>
            </a:extLst>
          </p:cNvPr>
          <p:cNvSpPr/>
          <p:nvPr/>
        </p:nvSpPr>
        <p:spPr>
          <a:xfrm>
            <a:off x="7765986" y="4661289"/>
            <a:ext cx="1381016" cy="498015"/>
          </a:xfrm>
          <a:custGeom>
            <a:avLst/>
            <a:gdLst/>
            <a:ahLst/>
            <a:cxnLst/>
            <a:rect l="0" t="0" r="r" b="b"/>
            <a:pathLst>
              <a:path w="1381016" h="498016">
                <a:moveTo>
                  <a:pt x="657661" y="0"/>
                </a:moveTo>
                <a:lnTo>
                  <a:pt x="1373139" y="202357"/>
                </a:lnTo>
                <a:lnTo>
                  <a:pt x="1381016" y="498016"/>
                </a:lnTo>
                <a:lnTo>
                  <a:pt x="0" y="491439"/>
                </a:lnTo>
                <a:close/>
              </a:path>
            </a:pathLst>
          </a:custGeom>
          <a:gradFill rotWithShape="1">
            <a:gsLst>
              <a:gs pos="100000">
                <a:schemeClr val="tx2">
                  <a:alpha val="48000"/>
                  <a:lumMod val="90000"/>
                  <a:lumOff val="10000"/>
                </a:schemeClr>
              </a:gs>
              <a:gs pos="0">
                <a:schemeClr val="accent3">
                  <a:alpha val="0"/>
                </a:schemeClr>
              </a:gs>
            </a:gsLst>
            <a:lin ang="936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4024292C-EA67-49A7-994E-3B40E1CA4D1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A65AFC9-DFF3-47FB-9999-FA7C5BA241C5}"/>
              </a:ext>
            </a:extLst>
          </p:cNvPr>
          <p:cNvSpPr/>
          <p:nvPr/>
        </p:nvSpPr>
        <p:spPr>
          <a:xfrm>
            <a:off x="6768654" y="3548324"/>
            <a:ext cx="2377698" cy="1597177"/>
          </a:xfrm>
          <a:custGeom>
            <a:avLst/>
            <a:gdLst/>
            <a:ahLst/>
            <a:cxnLst/>
            <a:rect l="0" t="0" r="r" b="b"/>
            <a:pathLst>
              <a:path w="2377699" h="1597177">
                <a:moveTo>
                  <a:pt x="1624785" y="1073925"/>
                </a:moveTo>
                <a:lnTo>
                  <a:pt x="2377699" y="0"/>
                </a:lnTo>
                <a:lnTo>
                  <a:pt x="1658985" y="1115553"/>
                </a:lnTo>
                <a:lnTo>
                  <a:pt x="0" y="159717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2CF066DE-85E0-4F8F-AE84-4DD99B8F931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D1EE3EB-CC6F-4354-B245-0B2D76BF7F35}"/>
              </a:ext>
            </a:extLst>
          </p:cNvPr>
          <p:cNvSpPr/>
          <p:nvPr/>
        </p:nvSpPr>
        <p:spPr>
          <a:xfrm>
            <a:off x="6051734" y="3722733"/>
            <a:ext cx="2997094" cy="1423177"/>
          </a:xfrm>
          <a:custGeom>
            <a:avLst/>
            <a:gdLst/>
            <a:ahLst/>
            <a:cxnLst/>
            <a:rect l="0" t="0" r="r" b="b"/>
            <a:pathLst>
              <a:path w="2997095" h="1423177">
                <a:moveTo>
                  <a:pt x="2030737" y="693397"/>
                </a:moveTo>
                <a:lnTo>
                  <a:pt x="2997095" y="0"/>
                </a:lnTo>
                <a:lnTo>
                  <a:pt x="2345385" y="904924"/>
                </a:lnTo>
                <a:lnTo>
                  <a:pt x="749353" y="1423177"/>
                </a:lnTo>
                <a:lnTo>
                  <a:pt x="0" y="1423138"/>
                </a:lnTo>
                <a:lnTo>
                  <a:pt x="1504418" y="533996"/>
                </a:lnTo>
                <a:close/>
              </a:path>
            </a:pathLst>
          </a:custGeom>
          <a:gradFill rotWithShape="1">
            <a:gsLst>
              <a:gs pos="14978">
                <a:schemeClr val="accent2">
                  <a:alpha val="5000"/>
                  <a:lumMod val="75000"/>
                </a:schemeClr>
              </a:gs>
              <a:gs pos="90749">
                <a:schemeClr val="accent2">
                  <a:alpha val="43000"/>
                  <a:lumMod val="20000"/>
                  <a:lumOff val="80000"/>
                </a:schemeClr>
              </a:gs>
            </a:gsLst>
            <a:lin ang="1482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248DF343-58B7-4948-99FF-CF257832427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6EFF589-4F98-4FE5-9451-AEA0596DE6DD}"/>
              </a:ext>
            </a:extLst>
          </p:cNvPr>
          <p:cNvSpPr/>
          <p:nvPr/>
        </p:nvSpPr>
        <p:spPr>
          <a:xfrm>
            <a:off x="7542629" y="4255513"/>
            <a:ext cx="820574" cy="605726"/>
          </a:xfrm>
          <a:custGeom>
            <a:avLst/>
            <a:gdLst/>
            <a:ahLst/>
            <a:cxnLst/>
            <a:rect l="0" t="0" r="r" b="b"/>
            <a:pathLst>
              <a:path w="820575" h="605726">
                <a:moveTo>
                  <a:pt x="0" y="0"/>
                </a:moveTo>
                <a:lnTo>
                  <a:pt x="25885" y="605726"/>
                </a:lnTo>
                <a:cubicBezTo>
                  <a:pt x="293358" y="523369"/>
                  <a:pt x="570357" y="462265"/>
                  <a:pt x="820575" y="374594"/>
                </a:cubicBezTo>
                <a:lnTo>
                  <a:pt x="553101" y="167372"/>
                </a:lnTo>
                <a:close/>
              </a:path>
            </a:pathLst>
          </a:custGeom>
          <a:gradFill rotWithShape="1">
            <a:gsLst>
              <a:gs pos="14978">
                <a:schemeClr val="bg2">
                  <a:alpha val="30000"/>
                  <a:lumMod val="50000"/>
                </a:schemeClr>
              </a:gs>
              <a:gs pos="73128">
                <a:schemeClr val="accent2">
                  <a:alpha val="13000"/>
                  <a:lumMod val="75000"/>
                </a:schemeClr>
              </a:gs>
            </a:gsLst>
            <a:lin ang="450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6E12EE6D-08C0-4C30-9954-BAB9CE19005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6443F78-96D1-4D4A-93B2-EC94199FEDCA}"/>
              </a:ext>
            </a:extLst>
          </p:cNvPr>
          <p:cNvSpPr/>
          <p:nvPr/>
        </p:nvSpPr>
        <p:spPr>
          <a:xfrm>
            <a:off x="6451768" y="4265833"/>
            <a:ext cx="1121664" cy="769792"/>
          </a:xfrm>
          <a:custGeom>
            <a:avLst/>
            <a:gdLst/>
            <a:ahLst/>
            <a:cxnLst/>
            <a:rect l="0" t="0" r="r" b="b"/>
            <a:pathLst>
              <a:path w="1121665" h="769793">
                <a:moveTo>
                  <a:pt x="0" y="642272"/>
                </a:moveTo>
                <a:lnTo>
                  <a:pt x="664371" y="769793"/>
                </a:lnTo>
                <a:lnTo>
                  <a:pt x="1121665" y="634301"/>
                </a:lnTo>
                <a:lnTo>
                  <a:pt x="1086255" y="0"/>
                </a:lnTo>
                <a:lnTo>
                  <a:pt x="569460" y="331438"/>
                </a:lnTo>
                <a:close/>
              </a:path>
            </a:pathLst>
          </a:custGeom>
          <a:gradFill rotWithShape="1">
            <a:gsLst>
              <a:gs pos="14978">
                <a:schemeClr val="accent1">
                  <a:alpha val="22000"/>
                </a:schemeClr>
              </a:gs>
              <a:gs pos="90749">
                <a:schemeClr val="accent1">
                  <a:alpha val="0"/>
                </a:schemeClr>
              </a:gs>
            </a:gsLst>
            <a:lin ang="7200000" scaled="0"/>
          </a:gradFill>
          <a:ln w="9525" cap="flat">
            <a:noFill/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Slide Number Placeholder 5">
            <a:extLst>
              <a:ext uri="{557E6908-09F8-4DA1-955F-0B30E6AAC5D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6FCCE55-6AD9-4DC0-A198-661BED41E3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23448" y="4762500"/>
            <a:ext cx="2133600" cy="273844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r">
              <a:defRPr lang="en-US" sz="600" b="0" i="0" dirty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&lt;#&gt;</a:t>
            </a:r>
          </a:p>
        </p:txBody>
      </p:sp>
      <p:sp>
        <p:nvSpPr>
          <p:cNvPr id="19" name="Footer Placeholder 4">
            <a:extLst>
              <a:ext uri="{61EDDB10-8741-4B48-A7E0-05C994E236C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C60FE21-665C-4654-B836-D2A35DF4C1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2500"/>
            <a:ext cx="2895600" cy="273844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20" name="Date Placeholder 3">
            <a:extLst>
              <a:ext uri="{D76A0176-C677-4679-A90B-5FEE77B4668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8512737-A938-422B-925D-16651DC66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4633" y="4762500"/>
            <a:ext cx="2133600" cy="273844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Date</a:t>
            </a: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ftr="0" dt="0"/>
  <p:txStyles>
    <p:titleStyle>
      <a:lvl1pPr lvl="0" algn="l" rtl="0">
        <a:lnSpc>
          <a:spcPct val="100000"/>
        </a:lnSpc>
        <a:spcBef>
          <a:spcPct val="0"/>
        </a:spcBef>
        <a:buNone/>
        <a:defRPr lang="en-US" sz="3200" b="1" i="0" dirty="0">
          <a:solidFill>
            <a:schemeClr val="tx1">
              <a:lumMod val="85000"/>
              <a:lumOff val="15000"/>
            </a:schemeClr>
          </a:solidFill>
          <a:latin typeface="Raleway-demi_bold"/>
        </a:defRPr>
      </a:lvl1pPr>
    </p:titleStyle>
    <p:bodyStyle>
      <a:lvl1pPr marL="342900" lvl="0" indent="-342900" algn="l" rtl="0">
        <a:spcBef>
          <a:spcPts val="1200"/>
        </a:spcBef>
        <a:buClr>
          <a:schemeClr val="accent1"/>
        </a:buClr>
        <a:buFont typeface="Source Sans Pro"/>
        <a:buChar char="✧"/>
        <a:defRPr lang="en-US" sz="1800" b="0" i="0" dirty="0">
          <a:solidFill>
            <a:schemeClr val="tx1">
              <a:lumMod val="85000"/>
              <a:lumOff val="15000"/>
            </a:schemeClr>
          </a:solidFill>
          <a:latin typeface="+mn-lt"/>
        </a:defRPr>
      </a:lvl1pPr>
      <a:lvl2pPr marL="742950" lvl="1" indent="-28575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1600" b="0" i="0" dirty="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1143000" lvl="2" indent="-22860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1400" b="0" i="0" dirty="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600200" lvl="3" indent="-22860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1200" b="0" i="0" dirty="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2057400" lvl="4" indent="-22860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1100" b="0" i="0" dirty="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lvl="5" indent="-228600" algn="l" rtl="0">
        <a:spcBef>
          <a:spcPct val="20000"/>
        </a:spcBef>
        <a:buFont typeface="Arial"/>
        <a:buChar char="-"/>
        <a:defRPr lang="en-US" sz="1100" b="0" i="0" dirty="0">
          <a:solidFill>
            <a:schemeClr val="tx1">
              <a:lumMod val="65000"/>
              <a:lumOff val="35000"/>
            </a:schemeClr>
          </a:solidFill>
          <a:latin typeface="+mn-lt"/>
        </a:defRPr>
      </a:lvl6pPr>
      <a:lvl7pPr marL="2971800" lvl="6" indent="-228600" algn="l" rtl="0">
        <a:spcBef>
          <a:spcPct val="20000"/>
        </a:spcBef>
        <a:buFont typeface="Arial"/>
        <a:buChar char="-"/>
        <a:defRPr lang="en-US" sz="1100" b="0" i="0" dirty="0">
          <a:solidFill>
            <a:schemeClr val="tx1">
              <a:lumMod val="65000"/>
              <a:lumOff val="35000"/>
            </a:schemeClr>
          </a:solidFill>
          <a:latin typeface="+mn-lt"/>
        </a:defRPr>
      </a:lvl7pPr>
      <a:lvl8pPr marL="3429000" lvl="7" indent="-228600" algn="l" rtl="0">
        <a:spcBef>
          <a:spcPct val="20000"/>
        </a:spcBef>
        <a:buFont typeface="Arial"/>
        <a:buChar char="-"/>
        <a:defRPr lang="en-US" sz="1100" b="0" i="0" dirty="0">
          <a:solidFill>
            <a:schemeClr val="tx1">
              <a:lumMod val="65000"/>
              <a:lumOff val="35000"/>
            </a:schemeClr>
          </a:solidFill>
          <a:latin typeface="+mn-lt"/>
        </a:defRPr>
      </a:lvl8pPr>
      <a:lvl9pPr marL="3886200" lvl="8" indent="-228600" algn="l" rtl="0">
        <a:spcBef>
          <a:spcPct val="20000"/>
        </a:spcBef>
        <a:buFont typeface="Arial"/>
        <a:buChar char="-"/>
        <a:defRPr lang="en-US" sz="1100" b="0" i="0" dirty="0">
          <a:solidFill>
            <a:schemeClr val="tx1">
              <a:lumMod val="65000"/>
              <a:lumOff val="35000"/>
            </a:schemeClr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EFF7484-0B1E-4862-9864-0C884D77918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B7235A4-7752-4487-B21F-736BFF65A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Diabetes detection through eyes</a:t>
            </a:r>
          </a:p>
        </p:txBody>
      </p:sp>
      <p:sp>
        <p:nvSpPr>
          <p:cNvPr id="3" name="Subtitle 2">
            <a:extLst>
              <a:ext uri="{497D79CA-21EE-416F-9481-D438B897460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689637E-8BFD-4FC5-B076-116CFF9173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lnSpcReduction="10000"/>
          </a:bodyPr>
          <a:lstStyle/>
          <a:p>
            <a:r>
              <a:rPr lang="en-US" dirty="0">
                <a:latin typeface="Lato"/>
              </a:rPr>
              <a:t>A Non-Invasive Approach Using AI and Retinal Imaging</a:t>
            </a:r>
          </a:p>
        </p:txBody>
      </p:sp>
    </p:spTree>
    <p:extLst>
      <p:ext uri="{B3994C58-8470-41E3-90A5-638DFC880033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32166703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1EAE4049-60EA-4587-907C-A7E7217C161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24AD8F6-0714-421C-A9BA-081A24502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360" y="-323850"/>
            <a:ext cx="5899280" cy="1554480"/>
          </a:xfrm>
        </p:spPr>
        <p:txBody>
          <a:bodyPr rtlCol="0"/>
          <a:lstStyle/>
          <a:p>
            <a:r>
              <a:rPr lang="en-US" dirty="0"/>
              <a:t>Presenters names</a:t>
            </a:r>
          </a:p>
        </p:txBody>
      </p:sp>
      <p:sp>
        <p:nvSpPr>
          <p:cNvPr id="3" name="Content Placeholder 2">
            <a:extLst>
              <a:ext uri="{F5EAFAB4-93AC-4EFD-B605-39826338480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284661B-52AD-4648-920C-160E64898D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925" y="2571750"/>
            <a:ext cx="5903528" cy="320039"/>
          </a:xfrm>
        </p:spPr>
        <p:txBody>
          <a:bodyPr rtlCol="0">
            <a:noAutofit/>
          </a:bodyPr>
          <a:lstStyle/>
          <a:p>
            <a:r>
              <a:rPr lang="en-US" sz="1800" dirty="0"/>
              <a:t>Priyanshu Singh - Project Developer</a:t>
            </a:r>
          </a:p>
          <a:p>
            <a:r>
              <a:rPr lang="en-US" dirty="0"/>
              <a:t>Mayank Sharma</a:t>
            </a:r>
            <a:r>
              <a:rPr lang="en-US" sz="1800" dirty="0"/>
              <a:t> - partial coding and ppt Developer</a:t>
            </a:r>
          </a:p>
        </p:txBody>
      </p:sp>
    </p:spTree>
    <p:extLst>
      <p:ext uri="{40A020D3-EEE9-4661-BD5F-4A63B6393C2C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32166703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04A3E2A-565F-4781-894D-07ACC845D56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F9CD9D3-25E1-4FA8-8540-73859962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360" y="-777240"/>
            <a:ext cx="5899280" cy="1554480"/>
          </a:xfrm>
        </p:spPr>
        <p:txBody>
          <a:bodyPr rtlCol="0"/>
          <a:lstStyle/>
          <a:p>
            <a:r>
              <a:rPr lang="en-US" dirty="0">
                <a:latin typeface="Lato"/>
              </a:rPr>
              <a:t>Introduction</a:t>
            </a:r>
          </a:p>
        </p:txBody>
      </p:sp>
      <p:sp>
        <p:nvSpPr>
          <p:cNvPr id="3" name="Content Placeholder 2">
            <a:extLst>
              <a:ext uri="{BD06CDD4-95C4-4500-A94D-FD1EE792C18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AE1E0A5-88AD-42BE-BE6E-60D6E5577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8112" y="1123950"/>
            <a:ext cx="5903528" cy="320039"/>
          </a:xfrm>
        </p:spPr>
        <p:txBody>
          <a:bodyPr rtlCol="0">
            <a:normAutofit fontScale="25000" lnSpcReduction="20000"/>
          </a:bodyPr>
          <a:lstStyle/>
          <a:p>
            <a:r>
              <a:rPr lang="en-US" sz="9000" b="1" dirty="0">
                <a:latin typeface="Lato"/>
              </a:rPr>
              <a:t>What is Diabetes?</a:t>
            </a:r>
          </a:p>
          <a:p>
            <a:pPr>
              <a:buChar char="✧"/>
            </a:pPr>
            <a:r>
              <a:rPr lang="en-US" sz="9000" dirty="0">
                <a:latin typeface="Lato"/>
              </a:rPr>
              <a:t>A chronic condition affecting millions worldwide.</a:t>
            </a:r>
          </a:p>
          <a:p>
            <a:pPr>
              <a:buChar char="✧"/>
            </a:pPr>
            <a:r>
              <a:rPr lang="en-US" sz="9000" dirty="0">
                <a:latin typeface="Lato"/>
              </a:rPr>
              <a:t>Types: Type 1, Type 2, and gestational diabetes.</a:t>
            </a:r>
          </a:p>
          <a:p>
            <a:r>
              <a:rPr lang="en-US" sz="9000" b="1" dirty="0">
                <a:latin typeface="Lato"/>
              </a:rPr>
              <a:t>Why Early Detection Matters:</a:t>
            </a:r>
          </a:p>
          <a:p>
            <a:pPr>
              <a:buChar char="✧"/>
            </a:pPr>
            <a:r>
              <a:rPr lang="en-US" sz="9000" dirty="0">
                <a:latin typeface="Lato"/>
              </a:rPr>
              <a:t>Prevents complications like vision loss, heart disease, and organ failure.</a:t>
            </a:r>
          </a:p>
          <a:p>
            <a:r>
              <a:rPr lang="en-US" sz="9000" b="1" dirty="0">
                <a:latin typeface="Lato"/>
              </a:rPr>
              <a:t>Overview of the Presentation:</a:t>
            </a:r>
          </a:p>
          <a:p>
            <a:pPr>
              <a:buChar char="✧"/>
            </a:pPr>
            <a:r>
              <a:rPr lang="en-US" sz="9000" dirty="0">
                <a:latin typeface="Lato"/>
              </a:rPr>
              <a:t>The role of AI in detecting diabetes through retinal images.</a:t>
            </a:r>
          </a:p>
        </p:txBody>
      </p:sp>
    </p:spTree>
    <p:extLst>
      <p:ext uri="{C13755FA-273B-484C-9E2C-CF30E37DFA0C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3216670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1B991626-4C05-46E6-BFC7-3950878D7A5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D6F0399-0FAA-4872-B35B-A9CB81369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360" y="-171450"/>
            <a:ext cx="5899280" cy="1554480"/>
          </a:xfrm>
        </p:spPr>
        <p:txBody>
          <a:bodyPr rtlCol="0"/>
          <a:lstStyle/>
          <a:p>
            <a:r>
              <a:rPr lang="en-US" dirty="0">
                <a:latin typeface="Lato"/>
              </a:rPr>
              <a:t> Traditional Detection Methods</a:t>
            </a:r>
          </a:p>
        </p:txBody>
      </p:sp>
      <p:sp>
        <p:nvSpPr>
          <p:cNvPr id="3" name="Content Placeholder 2">
            <a:extLst>
              <a:ext uri="{6948E983-D791-4DE3-870D-117469C18A6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B75F507-2D9F-47B1-BB79-652CC3588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8819" y="1504950"/>
            <a:ext cx="5903528" cy="320039"/>
          </a:xfrm>
        </p:spPr>
        <p:txBody>
          <a:bodyPr rtlCol="0">
            <a:noAutofit/>
          </a:bodyPr>
          <a:lstStyle/>
          <a:p>
            <a:r>
              <a:rPr lang="en-US" sz="2400" b="1" dirty="0">
                <a:latin typeface="Lato"/>
              </a:rPr>
              <a:t>Current Diagnostic Techniques:</a:t>
            </a:r>
          </a:p>
          <a:p>
            <a:pPr>
              <a:buChar char="✧"/>
            </a:pPr>
            <a:r>
              <a:rPr lang="en-US" sz="2400" dirty="0">
                <a:latin typeface="Lato"/>
              </a:rPr>
              <a:t>Fundus photography.</a:t>
            </a:r>
          </a:p>
          <a:p>
            <a:pPr>
              <a:buChar char="✧"/>
            </a:pPr>
            <a:r>
              <a:rPr lang="en-US" sz="2400" dirty="0">
                <a:latin typeface="Lato"/>
              </a:rPr>
              <a:t>Optical Coherence Tomography (OCT).</a:t>
            </a:r>
          </a:p>
          <a:p>
            <a:pPr>
              <a:buChar char="✧"/>
            </a:pPr>
            <a:r>
              <a:rPr lang="en-US" sz="2400" dirty="0">
                <a:latin typeface="Lato"/>
              </a:rPr>
              <a:t>Fluorescein angiography.</a:t>
            </a:r>
          </a:p>
          <a:p>
            <a:r>
              <a:rPr lang="en-US" sz="2400" b="1" dirty="0">
                <a:latin typeface="Lato"/>
              </a:rPr>
              <a:t>Limitations:</a:t>
            </a:r>
          </a:p>
          <a:p>
            <a:pPr>
              <a:buChar char="✧"/>
            </a:pPr>
            <a:r>
              <a:rPr lang="en-US" sz="2400" dirty="0">
                <a:latin typeface="Lato"/>
              </a:rPr>
              <a:t>Costly equipment.</a:t>
            </a:r>
          </a:p>
          <a:p>
            <a:pPr>
              <a:buChar char="✧"/>
            </a:pPr>
            <a:r>
              <a:rPr lang="en-US" sz="2400" dirty="0">
                <a:latin typeface="Lato"/>
              </a:rPr>
              <a:t>Requires specialized expertise.</a:t>
            </a:r>
          </a:p>
          <a:p>
            <a:pPr>
              <a:buChar char="✧"/>
            </a:pPr>
            <a:r>
              <a:rPr lang="en-US" sz="2400" dirty="0">
                <a:latin typeface="Lato"/>
              </a:rPr>
              <a:t>Limited availability in remote areas.</a:t>
            </a:r>
          </a:p>
        </p:txBody>
      </p:sp>
    </p:spTree>
    <p:extLst>
      <p:ext uri="{E09FEACD-C452-40B0-9575-B65D5159502D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32166703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E5B702AD-D298-4C77-9B33-E05C628A0EF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F2D6E83-0A03-47A1-8E7C-86687CAD5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-171450"/>
            <a:ext cx="5899280" cy="1554480"/>
          </a:xfrm>
        </p:spPr>
        <p:txBody>
          <a:bodyPr rtlCol="0"/>
          <a:lstStyle/>
          <a:p>
            <a:r>
              <a:rPr lang="en-US" dirty="0">
                <a:latin typeface="Lato"/>
              </a:rPr>
              <a:t>Role of Artificial Intelligence (AI)</a:t>
            </a:r>
          </a:p>
        </p:txBody>
      </p:sp>
      <p:sp>
        <p:nvSpPr>
          <p:cNvPr id="3" name="Content Placeholder 2">
            <a:extLst>
              <a:ext uri="{357E344F-C3F5-48CC-8A4D-FAD7B4D2CD2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8EF3EF4-1ABA-4AA8-B617-58FF504622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0236" y="1581150"/>
            <a:ext cx="5903528" cy="320039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n-US" sz="1400" b="1" dirty="0">
                <a:latin typeface="Lato"/>
              </a:rPr>
              <a:t>Why Use AI?</a:t>
            </a:r>
          </a:p>
          <a:p>
            <a:pPr>
              <a:buChar char="✧"/>
            </a:pPr>
            <a:r>
              <a:rPr lang="en-US" sz="1400" dirty="0">
                <a:latin typeface="Lato"/>
              </a:rPr>
              <a:t>Automates detection and diagnosis.</a:t>
            </a:r>
          </a:p>
          <a:p>
            <a:pPr>
              <a:buChar char="✧"/>
            </a:pPr>
            <a:r>
              <a:rPr lang="en-US" sz="1400" dirty="0">
                <a:latin typeface="Lato"/>
              </a:rPr>
              <a:t>Reduces reliance on specialists.</a:t>
            </a:r>
          </a:p>
          <a:p>
            <a:pPr>
              <a:buChar char="✧"/>
            </a:pPr>
            <a:r>
              <a:rPr lang="en-US" sz="1400" dirty="0">
                <a:latin typeface="Lato"/>
              </a:rPr>
              <a:t>Scalable and accessible for remote areas.</a:t>
            </a:r>
          </a:p>
          <a:p>
            <a:r>
              <a:rPr lang="en-US" sz="1400" b="1" dirty="0">
                <a:latin typeface="Lato"/>
              </a:rPr>
              <a:t>How AI Works in Retinal Analysis:</a:t>
            </a:r>
          </a:p>
          <a:p>
            <a:pPr>
              <a:buChar char="✧"/>
            </a:pPr>
            <a:r>
              <a:rPr lang="en-US" sz="1400" dirty="0">
                <a:latin typeface="Lato"/>
              </a:rPr>
              <a:t>AI analyzes images for abnormalities like:</a:t>
            </a:r>
          </a:p>
          <a:p>
            <a:pPr>
              <a:buChar char="✧"/>
            </a:pPr>
            <a:r>
              <a:rPr lang="en-US" sz="1400" dirty="0">
                <a:latin typeface="Lato"/>
              </a:rPr>
              <a:t>Microaneurysms -  </a:t>
            </a:r>
            <a:r>
              <a:rPr lang="en-US" sz="1400" b="1" dirty="0">
                <a:latin typeface="Lato"/>
              </a:rPr>
              <a:t>small, saccular outpouchings in the walls of retinal capillaries that are a sign of Diabetic retinopathy</a:t>
            </a:r>
          </a:p>
          <a:p>
            <a:pPr>
              <a:buChar char="✧"/>
            </a:pPr>
            <a:r>
              <a:rPr lang="en-US" sz="1400" dirty="0">
                <a:latin typeface="Lato"/>
              </a:rPr>
              <a:t>Hemorrhages -  A hemorrhage is a medical term for </a:t>
            </a:r>
            <a:r>
              <a:rPr lang="en-US" sz="1400" b="1" dirty="0">
                <a:solidFill>
                  <a:srgbClr val="000000"/>
                </a:solidFill>
                <a:latin typeface="Lato"/>
              </a:rPr>
              <a:t>excessive bleeding from a damaged blood vessel</a:t>
            </a:r>
            <a:r>
              <a:rPr lang="en-US" sz="1400" dirty="0">
                <a:latin typeface="Lato"/>
              </a:rPr>
              <a:t>.</a:t>
            </a:r>
          </a:p>
          <a:p>
            <a:pPr>
              <a:buChar char="✧"/>
            </a:pPr>
            <a:r>
              <a:rPr lang="en-US" sz="1400" dirty="0">
                <a:latin typeface="Lato"/>
              </a:rPr>
              <a:t>Exudates - Exudate is </a:t>
            </a:r>
            <a:r>
              <a:rPr lang="en-US" sz="1400" b="1" dirty="0">
                <a:solidFill>
                  <a:srgbClr val="000000"/>
                </a:solidFill>
                <a:latin typeface="Lato"/>
              </a:rPr>
              <a:t>a fluid, cells, or other cellular substances that leak out of blood vessels and into nearby tissues</a:t>
            </a:r>
            <a:r>
              <a:rPr lang="en-US" sz="1400" dirty="0">
                <a:latin typeface="Lato"/>
              </a:rPr>
              <a:t>.</a:t>
            </a:r>
          </a:p>
          <a:p>
            <a:pPr>
              <a:buChar char="✧"/>
            </a:pPr>
            <a:r>
              <a:rPr lang="en-US" sz="1400" dirty="0">
                <a:latin typeface="Lato"/>
              </a:rPr>
              <a:t>Neovascularization - Neovascularization is </a:t>
            </a:r>
            <a:r>
              <a:rPr lang="en-US" sz="1400" b="1" dirty="0">
                <a:solidFill>
                  <a:srgbClr val="000000"/>
                </a:solidFill>
                <a:latin typeface="Lato"/>
              </a:rPr>
              <a:t>the process of new blood vessels forming in the body, usually in response to poor perfusion or ischemia</a:t>
            </a:r>
          </a:p>
        </p:txBody>
      </p:sp>
    </p:spTree>
    <p:extLst>
      <p:ext uri="{235C14D6-BC64-48CF-89E8-7BD4C169CABD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32166703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1F21E63-31E5-4470-8531-3AD79D8FE27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7883F24-4524-4B4A-9403-65324DA9C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-171450"/>
            <a:ext cx="5899280" cy="1554480"/>
          </a:xfrm>
        </p:spPr>
        <p:txBody>
          <a:bodyPr rtlCol="0"/>
          <a:lstStyle/>
          <a:p>
            <a:r>
              <a:rPr lang="en-US" dirty="0">
                <a:latin typeface="Lato"/>
              </a:rPr>
              <a:t> AI Modules for Diabetes Detection</a:t>
            </a:r>
          </a:p>
        </p:txBody>
      </p:sp>
      <p:sp>
        <p:nvSpPr>
          <p:cNvPr id="3" name="Content Placeholder 2">
            <a:extLst>
              <a:ext uri="{06DE84CB-C112-4BBD-8E75-9DE7BDA016A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6F17724-4722-4382-9CB0-B3947C059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04950"/>
            <a:ext cx="5903528" cy="320039"/>
          </a:xfrm>
        </p:spPr>
        <p:txBody>
          <a:bodyPr rtlCol="0">
            <a:normAutofit fontScale="25000" lnSpcReduction="20000"/>
          </a:bodyPr>
          <a:lstStyle/>
          <a:p>
            <a:r>
              <a:rPr lang="en-US" sz="8000" b="1" dirty="0">
                <a:latin typeface="Lato"/>
              </a:rPr>
              <a:t>Deep Learning Models:</a:t>
            </a:r>
          </a:p>
          <a:p>
            <a:r>
              <a:rPr lang="en-US" sz="8000" dirty="0">
                <a:latin typeface="Lato"/>
              </a:rPr>
              <a:t>Use Convolutional neural networks (CNN) for image recognition.</a:t>
            </a:r>
          </a:p>
          <a:p>
            <a:r>
              <a:rPr lang="en-US" sz="8000" dirty="0">
                <a:latin typeface="Lato"/>
              </a:rPr>
              <a:t>Train on large datasets of retinal images.</a:t>
            </a:r>
          </a:p>
          <a:p>
            <a:r>
              <a:rPr lang="en-US" sz="8000" b="1" dirty="0">
                <a:latin typeface="Lato"/>
              </a:rPr>
              <a:t>Examples of AI Modules:</a:t>
            </a:r>
          </a:p>
          <a:p>
            <a:r>
              <a:rPr lang="en-US" sz="8000" dirty="0">
                <a:latin typeface="Lato"/>
              </a:rPr>
              <a:t>Google’s DeepMind: Detects diabetic retinopathy with high accuracy.</a:t>
            </a:r>
          </a:p>
          <a:p>
            <a:r>
              <a:rPr lang="en-US" sz="8000" dirty="0">
                <a:latin typeface="Lato"/>
              </a:rPr>
              <a:t>IDx-DR: FDA-approved AI system for retinal screening.</a:t>
            </a:r>
          </a:p>
          <a:p>
            <a:r>
              <a:rPr lang="en-US" sz="8000" b="1" dirty="0">
                <a:latin typeface="Lato"/>
              </a:rPr>
              <a:t>Steps in AI Workflow:</a:t>
            </a:r>
          </a:p>
          <a:p>
            <a:r>
              <a:rPr lang="en-US" sz="8000" dirty="0">
                <a:latin typeface="Lato"/>
              </a:rPr>
              <a:t>Image preprocessing.</a:t>
            </a:r>
          </a:p>
          <a:p>
            <a:r>
              <a:rPr lang="en-US" sz="8000" dirty="0">
                <a:latin typeface="Lato"/>
              </a:rPr>
              <a:t>Feature extraction.</a:t>
            </a:r>
          </a:p>
          <a:p>
            <a:r>
              <a:rPr lang="en-US" sz="8000" dirty="0">
                <a:latin typeface="Lato"/>
              </a:rPr>
              <a:t>Abnormality detection.</a:t>
            </a:r>
          </a:p>
          <a:p>
            <a:r>
              <a:rPr lang="en-US" sz="8000" dirty="0">
                <a:latin typeface="Lato"/>
              </a:rPr>
              <a:t>Diagnosis report generation.</a:t>
            </a:r>
          </a:p>
        </p:txBody>
      </p:sp>
    </p:spTree>
    <p:extLst>
      <p:ext uri="{6A7422B5-EE35-49C3-B7EC-489050AC691F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32166703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8787780-C435-40FA-BE6C-E314D7E0EF1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DA5D2EB-B60D-4C03-B28E-3D9CCCEAF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211" y="-171450"/>
            <a:ext cx="5899280" cy="1554480"/>
          </a:xfrm>
        </p:spPr>
        <p:txBody>
          <a:bodyPr rtlCol="0"/>
          <a:lstStyle/>
          <a:p>
            <a:r>
              <a:rPr lang="en-US" dirty="0">
                <a:latin typeface="Lato"/>
              </a:rPr>
              <a:t>Advantages of AI in Detection</a:t>
            </a:r>
          </a:p>
        </p:txBody>
      </p:sp>
      <p:sp>
        <p:nvSpPr>
          <p:cNvPr id="3" name="Content Placeholder 2">
            <a:extLst>
              <a:ext uri="{649DE95E-106B-4B1E-A638-2869AB4D655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D5CED7A-1BFC-44C0-A923-3CBE05DB2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0236" y="1581150"/>
            <a:ext cx="5903528" cy="320039"/>
          </a:xfrm>
        </p:spPr>
        <p:txBody>
          <a:bodyPr rtlCol="0">
            <a:noAutofit/>
          </a:bodyPr>
          <a:lstStyle/>
          <a:p>
            <a:r>
              <a:rPr lang="en-US" sz="2000" b="1" dirty="0">
                <a:latin typeface="Lato"/>
              </a:rPr>
              <a:t>Non-Invasive and Fast:</a:t>
            </a:r>
          </a:p>
          <a:p>
            <a:pPr>
              <a:buChar char="✧"/>
            </a:pPr>
            <a:r>
              <a:rPr lang="en-US" sz="2000" dirty="0">
                <a:latin typeface="Lato"/>
              </a:rPr>
              <a:t>Requires only retinal images.</a:t>
            </a:r>
          </a:p>
          <a:p>
            <a:r>
              <a:rPr lang="en-US" sz="2000" b="1" dirty="0">
                <a:latin typeface="Lato"/>
              </a:rPr>
              <a:t>Cost-Effective:</a:t>
            </a:r>
          </a:p>
          <a:p>
            <a:pPr>
              <a:buChar char="✧"/>
            </a:pPr>
            <a:r>
              <a:rPr lang="en-US" sz="2000" dirty="0">
                <a:latin typeface="Lato"/>
              </a:rPr>
              <a:t>Reduces the need for expensive diagnostic procedures.</a:t>
            </a:r>
          </a:p>
          <a:p>
            <a:r>
              <a:rPr lang="en-US" sz="2000" b="1" dirty="0">
                <a:latin typeface="Lato"/>
              </a:rPr>
              <a:t>Accessibility:</a:t>
            </a:r>
          </a:p>
          <a:p>
            <a:pPr>
              <a:buChar char="✧"/>
            </a:pPr>
            <a:r>
              <a:rPr lang="en-US" sz="2000" dirty="0">
                <a:latin typeface="Lato"/>
              </a:rPr>
              <a:t>Portable devices for use in rural or underserved areas.</a:t>
            </a:r>
          </a:p>
          <a:p>
            <a:r>
              <a:rPr lang="en-US" sz="2000" b="1" dirty="0">
                <a:latin typeface="Lato"/>
              </a:rPr>
              <a:t>Accuracy and Efficiency:</a:t>
            </a:r>
          </a:p>
          <a:p>
            <a:pPr>
              <a:buChar char="✧"/>
            </a:pPr>
            <a:r>
              <a:rPr lang="en-US" sz="2000" dirty="0">
                <a:latin typeface="Lato"/>
              </a:rPr>
              <a:t>Detects subtle patterns missed by the human eye.</a:t>
            </a:r>
          </a:p>
        </p:txBody>
      </p:sp>
    </p:spTree>
    <p:extLst>
      <p:ext uri="{53FA6DB7-C3AD-4C6B-9D2A-86D6B43FE524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32166703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E1A5BD18-F849-4BF0-A118-58D52A20A92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A25E671-75EE-427B-BC13-FB7770316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-171450"/>
            <a:ext cx="5899280" cy="1554480"/>
          </a:xfrm>
        </p:spPr>
        <p:txBody>
          <a:bodyPr rtlCol="0"/>
          <a:lstStyle/>
          <a:p>
            <a:r>
              <a:rPr lang="en-US" dirty="0">
                <a:latin typeface="Lato"/>
              </a:rPr>
              <a:t>Challenges and Limitations</a:t>
            </a:r>
          </a:p>
        </p:txBody>
      </p:sp>
      <p:sp>
        <p:nvSpPr>
          <p:cNvPr id="3" name="Content Placeholder 2">
            <a:extLst>
              <a:ext uri="{F558F745-95CC-4A3F-9173-31A77AC56CB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12CE280-AFE4-4CBD-8004-05D219E686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0236" y="1504950"/>
            <a:ext cx="5903528" cy="320039"/>
          </a:xfrm>
        </p:spPr>
        <p:txBody>
          <a:bodyPr rtlCol="0">
            <a:noAutofit/>
          </a:bodyPr>
          <a:lstStyle/>
          <a:p>
            <a:r>
              <a:rPr lang="en-US" sz="2000" b="1" dirty="0">
                <a:latin typeface="Lato"/>
              </a:rPr>
              <a:t>Data Requirements:</a:t>
            </a:r>
          </a:p>
          <a:p>
            <a:pPr>
              <a:buChar char="✧"/>
            </a:pPr>
            <a:r>
              <a:rPr lang="en-US" sz="2000" dirty="0">
                <a:latin typeface="Lato"/>
              </a:rPr>
              <a:t>AI needs a large and diverse dataset to perform well.</a:t>
            </a:r>
          </a:p>
          <a:p>
            <a:r>
              <a:rPr lang="en-US" sz="2000" b="1" dirty="0">
                <a:latin typeface="Lato"/>
              </a:rPr>
              <a:t>Ethical Concerns:</a:t>
            </a:r>
          </a:p>
          <a:p>
            <a:pPr>
              <a:buChar char="✧"/>
            </a:pPr>
            <a:r>
              <a:rPr lang="en-US" sz="2000" dirty="0">
                <a:latin typeface="Lato"/>
              </a:rPr>
              <a:t>Data privacy and security.</a:t>
            </a:r>
          </a:p>
          <a:p>
            <a:r>
              <a:rPr lang="en-US" sz="2000" b="1" dirty="0">
                <a:latin typeface="Lato"/>
              </a:rPr>
              <a:t>Interpretability:</a:t>
            </a:r>
          </a:p>
          <a:p>
            <a:pPr>
              <a:buChar char="✧"/>
            </a:pPr>
            <a:r>
              <a:rPr lang="en-US" sz="2000" dirty="0">
                <a:latin typeface="Lato"/>
              </a:rPr>
              <a:t>Black-box nature of AI models.</a:t>
            </a:r>
          </a:p>
          <a:p>
            <a:r>
              <a:rPr lang="en-US" sz="2000" b="1" dirty="0">
                <a:latin typeface="Lato"/>
              </a:rPr>
              <a:t>Equipment Costs:</a:t>
            </a:r>
          </a:p>
          <a:p>
            <a:pPr>
              <a:buChar char="✧"/>
            </a:pPr>
            <a:r>
              <a:rPr lang="en-US" sz="2000" dirty="0">
                <a:latin typeface="Lato"/>
              </a:rPr>
              <a:t>High initial cost for acquiring AI-enabled diagnostic tools.</a:t>
            </a:r>
          </a:p>
        </p:txBody>
      </p:sp>
    </p:spTree>
    <p:extLst>
      <p:ext uri="{C6415E07-D795-4FB3-8505-3BEC09BEBB3F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32166703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BAC5E3F7-1BA0-47E3-BF66-3C249E6692D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9744D30-D511-444E-B4DC-DC13C6346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787" y="-1326"/>
            <a:ext cx="5899280" cy="1554480"/>
          </a:xfrm>
        </p:spPr>
        <p:txBody>
          <a:bodyPr rtlCol="0"/>
          <a:lstStyle/>
          <a:p>
            <a:r>
              <a:rPr lang="en-US" dirty="0">
                <a:latin typeface="Lato"/>
              </a:rPr>
              <a:t>Case Studies and Real-World Applications</a:t>
            </a:r>
          </a:p>
        </p:txBody>
      </p:sp>
      <p:sp>
        <p:nvSpPr>
          <p:cNvPr id="3" name="Content Placeholder 2">
            <a:extLst>
              <a:ext uri="{CF69913D-4576-4521-81F7-5D9DE26090F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79D4BD3-21D9-40AC-A522-5DEC7EFE9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0236" y="1733550"/>
            <a:ext cx="5903528" cy="320039"/>
          </a:xfrm>
        </p:spPr>
        <p:txBody>
          <a:bodyPr rtlCol="0">
            <a:noAutofit/>
          </a:bodyPr>
          <a:lstStyle/>
          <a:p>
            <a:r>
              <a:rPr lang="en-US" sz="2400" b="1" dirty="0">
                <a:latin typeface="Lato"/>
              </a:rPr>
              <a:t>Successful Implementations:</a:t>
            </a:r>
          </a:p>
          <a:p>
            <a:pPr>
              <a:buChar char="✧"/>
            </a:pPr>
            <a:r>
              <a:rPr lang="en-US" sz="2400" dirty="0">
                <a:latin typeface="Lato"/>
              </a:rPr>
              <a:t>Google's AI model achieving over 90% accuracy in detecting retinopathy.</a:t>
            </a:r>
          </a:p>
          <a:p>
            <a:pPr>
              <a:buChar char="✧"/>
            </a:pPr>
            <a:r>
              <a:rPr lang="en-US" sz="2400" dirty="0">
                <a:latin typeface="Lato"/>
              </a:rPr>
              <a:t>Screening programs in rural India using portable AI devices.</a:t>
            </a:r>
          </a:p>
          <a:p>
            <a:r>
              <a:rPr lang="en-US" sz="2400" b="1" dirty="0">
                <a:latin typeface="Lato"/>
              </a:rPr>
              <a:t>Results:</a:t>
            </a:r>
          </a:p>
          <a:p>
            <a:pPr>
              <a:buChar char="✧"/>
            </a:pPr>
            <a:r>
              <a:rPr lang="en-US" sz="2400" dirty="0">
                <a:latin typeface="Lato"/>
              </a:rPr>
              <a:t>Early diagnosis rates improved by 40%.</a:t>
            </a:r>
          </a:p>
          <a:p>
            <a:pPr>
              <a:buChar char="✧"/>
            </a:pPr>
            <a:r>
              <a:rPr lang="en-US" sz="2400" dirty="0">
                <a:latin typeface="Lato"/>
              </a:rPr>
              <a:t>Reduced burden on healthcare systems.</a:t>
            </a:r>
          </a:p>
        </p:txBody>
      </p:sp>
    </p:spTree>
    <p:extLst>
      <p:ext uri="{C51E04BE-B4DD-4656-A4D4-B93C75D37BC9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3216670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1B23471E-DA7E-4281-8F37-D7D468AB23C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031A650-ABB2-4410-B4D4-95121A072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360" y="-704850"/>
            <a:ext cx="5899280" cy="1554480"/>
          </a:xfrm>
        </p:spPr>
        <p:txBody>
          <a:bodyPr rtlCol="0"/>
          <a:lstStyle/>
          <a:p>
            <a:r>
              <a:rPr lang="en-US" dirty="0">
                <a:latin typeface="Lato"/>
              </a:rPr>
              <a:t>Future Perspectives</a:t>
            </a:r>
          </a:p>
        </p:txBody>
      </p:sp>
      <p:sp>
        <p:nvSpPr>
          <p:cNvPr id="3" name="Content Placeholder 2">
            <a:extLst>
              <a:ext uri="{3A1FB229-57F6-4C5B-95DE-364F72FFDD3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51C56C7-65C2-4617-9B1D-38B9FC029B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0945" y="895350"/>
            <a:ext cx="5903528" cy="320039"/>
          </a:xfrm>
        </p:spPr>
        <p:txBody>
          <a:bodyPr rtlCol="0">
            <a:noAutofit/>
          </a:bodyPr>
          <a:lstStyle/>
          <a:p>
            <a:r>
              <a:rPr lang="en-US" sz="2400" b="1" dirty="0">
                <a:latin typeface="Lato"/>
              </a:rPr>
              <a:t>Advancements in AI:</a:t>
            </a:r>
          </a:p>
          <a:p>
            <a:pPr>
              <a:buChar char="✧"/>
            </a:pPr>
            <a:r>
              <a:rPr lang="en-US" sz="2400" dirty="0">
                <a:latin typeface="Lato"/>
              </a:rPr>
              <a:t>Improved algorithms for better detection accuracy.</a:t>
            </a:r>
          </a:p>
          <a:p>
            <a:r>
              <a:rPr lang="en-US" sz="2400" b="1" dirty="0">
                <a:latin typeface="Lato"/>
              </a:rPr>
              <a:t>Integration with Telemedicine:</a:t>
            </a:r>
          </a:p>
          <a:p>
            <a:pPr>
              <a:buChar char="✧"/>
            </a:pPr>
            <a:r>
              <a:rPr lang="en-US" sz="2400" dirty="0">
                <a:latin typeface="Lato"/>
              </a:rPr>
              <a:t>Remote consultations and diagnosis.</a:t>
            </a:r>
          </a:p>
          <a:p>
            <a:r>
              <a:rPr lang="en-US" sz="2400" b="1" dirty="0">
                <a:latin typeface="Lato"/>
              </a:rPr>
              <a:t>Wearable Technology:</a:t>
            </a:r>
          </a:p>
          <a:p>
            <a:pPr>
              <a:buChar char="✧"/>
            </a:pPr>
            <a:r>
              <a:rPr lang="en-US" sz="2400" dirty="0">
                <a:latin typeface="Lato"/>
              </a:rPr>
              <a:t>Smart contact lenses for glucose monitoring.</a:t>
            </a:r>
          </a:p>
          <a:p>
            <a:r>
              <a:rPr lang="en-US" sz="2400" b="1" dirty="0">
                <a:latin typeface="Lato"/>
              </a:rPr>
              <a:t>Global Initiatives:</a:t>
            </a:r>
          </a:p>
          <a:p>
            <a:pPr>
              <a:buChar char="✧"/>
            </a:pPr>
            <a:r>
              <a:rPr lang="en-US" sz="2400" dirty="0">
                <a:latin typeface="Lato"/>
              </a:rPr>
              <a:t>AI-based screening programs to combat diabetes in developing countries.</a:t>
            </a:r>
          </a:p>
        </p:txBody>
      </p:sp>
    </p:spTree>
    <p:extLst>
      <p:ext uri="{C742E25A-0D71-4222-8858-3AE4818A9EC6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32166703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200BC28A-2909-41F1-84EC-1E90856CBAB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F2BEBD2-88A7-4DF6-84AA-016ACB28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-777240"/>
            <a:ext cx="5899280" cy="1554480"/>
          </a:xfrm>
        </p:spPr>
        <p:txBody>
          <a:bodyPr rtlCol="0"/>
          <a:lstStyle/>
          <a:p>
            <a:r>
              <a:rPr lang="en-US" dirty="0">
                <a:latin typeface="Lato"/>
              </a:rPr>
              <a:t> Conclusion</a:t>
            </a:r>
          </a:p>
        </p:txBody>
      </p:sp>
      <p:sp>
        <p:nvSpPr>
          <p:cNvPr id="3" name="Content Placeholder 2">
            <a:extLst>
              <a:ext uri="{0AB96184-3972-4A20-A226-70EFC63E91B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924FCAE-5A10-4E74-8C7D-60474EB8A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6400" y="895350"/>
            <a:ext cx="5903528" cy="320039"/>
          </a:xfrm>
        </p:spPr>
        <p:txBody>
          <a:bodyPr rtlCol="0">
            <a:noAutofit/>
          </a:bodyPr>
          <a:lstStyle/>
          <a:p>
            <a:r>
              <a:rPr lang="en-US" sz="2400" b="1" dirty="0">
                <a:latin typeface="Lato"/>
              </a:rPr>
              <a:t>Summary:</a:t>
            </a:r>
          </a:p>
          <a:p>
            <a:pPr>
              <a:buChar char="✧"/>
            </a:pPr>
            <a:r>
              <a:rPr lang="en-US" sz="2400" dirty="0">
                <a:latin typeface="Lato"/>
              </a:rPr>
              <a:t>Diabetes can cause severe eye damage if undetected.</a:t>
            </a:r>
          </a:p>
          <a:p>
            <a:pPr>
              <a:buChar char="✧"/>
            </a:pPr>
            <a:r>
              <a:rPr lang="en-US" sz="2400" dirty="0">
                <a:latin typeface="Lato"/>
              </a:rPr>
              <a:t>AI modules provide a revolutionary approach to early and accurate diagnosis.</a:t>
            </a:r>
          </a:p>
          <a:p>
            <a:r>
              <a:rPr lang="en-US" sz="2400" b="1" dirty="0">
                <a:latin typeface="Lato"/>
              </a:rPr>
              <a:t>Call to Action:</a:t>
            </a:r>
          </a:p>
          <a:p>
            <a:pPr>
              <a:buChar char="✧"/>
            </a:pPr>
            <a:r>
              <a:rPr lang="en-US" sz="2400" dirty="0">
                <a:latin typeface="Lato"/>
              </a:rPr>
              <a:t>Encourage regular screenings and adoption of AI-based diagnostics.</a:t>
            </a:r>
          </a:p>
          <a:p>
            <a:pPr>
              <a:buChar char="✧"/>
            </a:pPr>
            <a:r>
              <a:rPr lang="en-US" sz="2400" dirty="0">
                <a:latin typeface="Lato"/>
              </a:rPr>
              <a:t>Increase awareness and investment in AI healthcare solutions.</a:t>
            </a:r>
          </a:p>
        </p:txBody>
      </p:sp>
    </p:spTree>
    <p:extLst>
      <p:ext uri="{5B6A45C2-6951-4498-A08C-D4FA0FF4C6ED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32166703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E51CBD0D-3DE3-44E0-9712-79204059378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CE68A6C-98D0-4226-88EB-AD7CF6380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0459" y="-777240"/>
            <a:ext cx="5899280" cy="1554480"/>
          </a:xfrm>
        </p:spPr>
        <p:txBody>
          <a:bodyPr rtlCol="0"/>
          <a:lstStyle/>
          <a:p>
            <a:r>
              <a:rPr lang="en-US" dirty="0">
                <a:latin typeface="Lato"/>
              </a:rPr>
              <a:t>References</a:t>
            </a:r>
          </a:p>
        </p:txBody>
      </p:sp>
      <p:sp>
        <p:nvSpPr>
          <p:cNvPr id="3" name="Content Placeholder 2">
            <a:extLst>
              <a:ext uri="{71D8B15D-A381-4907-926C-10DE45B6EBD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8C7C358-F92D-4034-919B-91A06AAEAC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0236" y="895350"/>
            <a:ext cx="5903528" cy="320039"/>
          </a:xfrm>
        </p:spPr>
        <p:txBody>
          <a:bodyPr rtlCol="0">
            <a:noAutofit/>
          </a:bodyPr>
          <a:lstStyle/>
          <a:p>
            <a:r>
              <a:rPr lang="en-US" sz="1800" dirty="0">
                <a:latin typeface="Lato"/>
              </a:rPr>
              <a:t>Retinal Imaging</a:t>
            </a:r>
          </a:p>
          <a:p>
            <a:r>
              <a:rPr lang="en-US" sz="1800" dirty="0">
                <a:latin typeface="Lato"/>
              </a:rPr>
              <a:t>Artificial Intelligence (AI) Models</a:t>
            </a:r>
          </a:p>
          <a:p>
            <a:r>
              <a:rPr lang="en-US" sz="1800" dirty="0">
                <a:latin typeface="Lato"/>
              </a:rPr>
              <a:t>Eye Bio markers</a:t>
            </a:r>
          </a:p>
          <a:p>
            <a:r>
              <a:rPr lang="en-US" sz="1800" dirty="0">
                <a:latin typeface="Lato"/>
              </a:rPr>
              <a:t>Tear Analysis</a:t>
            </a:r>
          </a:p>
          <a:p>
            <a:r>
              <a:rPr lang="en-US" sz="1800" dirty="0">
                <a:latin typeface="Lato"/>
              </a:rPr>
              <a:t>Vascular Changes</a:t>
            </a:r>
          </a:p>
          <a:p>
            <a:endParaRPr lang="en-US" sz="1800" dirty="0">
              <a:latin typeface="Lato"/>
            </a:endParaRPr>
          </a:p>
          <a:p>
            <a:r>
              <a:rPr lang="en-US" sz="1800" b="1" dirty="0">
                <a:latin typeface="Lato"/>
              </a:rPr>
              <a:t>References to Explore</a:t>
            </a:r>
          </a:p>
          <a:p>
            <a:pPr>
              <a:buAutoNum type="arabicPeriod"/>
            </a:pPr>
            <a:r>
              <a:rPr lang="en-US" sz="1800" b="1" dirty="0">
                <a:latin typeface="Lato"/>
              </a:rPr>
              <a:t>Research Articles</a:t>
            </a:r>
            <a:r>
              <a:rPr lang="en-US" sz="1800" dirty="0">
                <a:latin typeface="Lato"/>
              </a:rPr>
              <a:t>:</a:t>
            </a:r>
          </a:p>
          <a:p>
            <a:pPr>
              <a:buAutoNum type="arabicPeriod"/>
            </a:pPr>
            <a:r>
              <a:rPr lang="en-US" sz="1800" b="1" dirty="0">
                <a:latin typeface="Lato"/>
              </a:rPr>
              <a:t>Organizations</a:t>
            </a:r>
            <a:r>
              <a:rPr lang="en-US" sz="1800" dirty="0">
                <a:latin typeface="Lato"/>
              </a:rPr>
              <a:t>:</a:t>
            </a:r>
          </a:p>
        </p:txBody>
      </p:sp>
    </p:spTree>
    <p:extLst>
      <p:ext uri="{251C56C0-08E2-422C-9C95-5053DA509130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32166703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9F848A6-2707-43EB-AED5-1AEB2EBD951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920C6AF-9CF3-48E5-8D9B-F27D5953F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Screenshot of working project </a:t>
            </a:r>
          </a:p>
        </p:txBody>
      </p:sp>
      <p:pic>
        <p:nvPicPr>
          <p:cNvPr id="3" name="Content Placeholder 2">
            <a:extLst>
              <a:ext uri="{E028D3F0-E5CD-4AEC-B9BE-6539DADD90C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6DA6EAE-9F91-452C-8E16-E6EF6975C3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3878" b="23878"/>
          <a:stretch>
            <a:fillRect/>
          </a:stretch>
        </p:blipFill>
        <p:spPr/>
      </p:pic>
    </p:spTree>
    <p:extLst>
      <p:ext uri="{22422E36-F74A-4551-81AA-5279DF58DB7A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32166703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7753E-45A7-AF31-9536-467101A2A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3" y="-366456"/>
            <a:ext cx="7381874" cy="999612"/>
          </a:xfrm>
        </p:spPr>
        <p:txBody>
          <a:bodyPr/>
          <a:lstStyle/>
          <a:p>
            <a:pPr algn="ctr"/>
            <a:r>
              <a:rPr lang="en-US" dirty="0"/>
              <a:t>Graph distribution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5E2E4C-3908-D868-A954-5911AE12F2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33156"/>
            <a:ext cx="9067800" cy="4376994"/>
          </a:xfrm>
        </p:spPr>
      </p:pic>
    </p:spTree>
    <p:extLst>
      <p:ext uri="{BB962C8B-B14F-4D97-AF65-F5344CB8AC3E}">
        <p14:creationId xmlns:p14="http://schemas.microsoft.com/office/powerpoint/2010/main" val="37500503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FONT2" val="Raleway-demi_bold"/>
  <p:tag name="WEBFONT8" val="Jura-mediu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WEIGHT:0:0:0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WEIGHT:26:0:0" val="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TTERNROTATE" val="45"/>
  <p:tag name="PATTERNFILL" val="{&#10;  &quot;foreground&quot;: [{&#10;    &quot;dim&quot;: {&#10;      &quot;width&quot;: 2.0,&#10;      &quot;height&quot;: 2.0&#10;    },&#10;    &quot;fill&quot;: {&#10;      &quot;type&quot;: &quot;SOLID&quot;,&#10;      &quot;solid&quot;: {&#10;        &quot;color&quot;: {&#10;          &quot;type&quot;: &quot;BG2&quot;,&#10;          &quot;rgb&quot;: [255, 245, 247]&#10;        }&#10;      }&#10;    },&#10;    &quot;geom&quot;: {&#10;      &quot;type&quot;: &quot;PRESET&quot;,&#10;      &quot;preset&quot;: {&#10;        &quot;type&quot;: &quot;RECT&quot;&#10;      }&#10;    }&#10;  }],&#10;  &quot;background&quot;: {&#10;    &quot;type&quot;: &quot;SOLID&quot;,&#10;    &quot;solid&quot;: {&#10;      &quot;color&quot;: {&#10;        &quot;type&quot;: &quot;BG1&quot;,&#10;        &quot;rgb&quot;: [255, 255, 255]&#10;      }&#10;    }&#10;  },&#10;  &quot;distance&quot;: {&#10;    &quot;left&quot;: 12.0,&#10;    &quot;top&quot;: 12.0&#10;  },&#10;  &quot;preset&quot;: &quot;pct5&quot;,&#10;  &quot;rotate&quot;: 45&#10;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threePicAndTx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fourPic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atrical">
  <a:themeElements>
    <a:clrScheme name="Monochrome">
      <a:dk1>
        <a:srgbClr val="000000"/>
      </a:dk1>
      <a:lt1>
        <a:srgbClr val="FFFFFF"/>
      </a:lt1>
      <a:dk2>
        <a:srgbClr val="212B35"/>
      </a:dk2>
      <a:lt2>
        <a:srgbClr val="F9FCFE"/>
      </a:lt2>
      <a:accent1>
        <a:srgbClr val="414E59"/>
      </a:accent1>
      <a:accent2>
        <a:srgbClr val="616F79"/>
      </a:accent2>
      <a:accent3>
        <a:srgbClr val="7C8690"/>
      </a:accent3>
      <a:accent4>
        <a:srgbClr val="9CA4AC"/>
      </a:accent4>
      <a:accent5>
        <a:srgbClr val="B4BCC6"/>
      </a:accent5>
      <a:accent6>
        <a:srgbClr val="C4D1D9"/>
      </a:accent6>
      <a:hlink>
        <a:srgbClr val="0070C0"/>
      </a:hlink>
      <a:folHlink>
        <a:srgbClr val="ED4F39"/>
      </a:folHlink>
    </a:clrScheme>
    <a:fontScheme name="Theatrical">
      <a:majorFont>
        <a:latin typeface="Raleway"/>
        <a:ea typeface=""/>
        <a:cs typeface=""/>
      </a:majorFont>
      <a:minorFont>
        <a:latin typeface="Jura"/>
        <a:ea typeface=""/>
        <a:cs typeface=""/>
      </a:minorFont>
    </a:fontScheme>
    <a:fmtScheme name="Theatric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noFill/>
          <a:prstDash val="solid"/>
        </a:ln>
        <a:ln w="25400" cap="flat">
          <a:solidFill>
            <a:schemeClr val="phClr"/>
          </a:solidFill>
          <a:prstDash val="solid"/>
        </a:ln>
        <a:ln w="38100" cap="flat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 dpi="0" rotWithShape="1">
          <a:blip xmlns:r="http://schemas.openxmlformats.org/officeDocument/2006/relationships"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tx="0" ty="0" sx="100000" sy="100000" algn="tl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lvl1pPr lvl="0" algn="ctr"/>
      </a:lstStyle>
      <a:style>
        <a:lnRef idx="0">
          <a:scrgbClr r="0" g="0" b="0"/>
        </a:lnRef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w="19050" cap="flat">
          <a:solidFill>
            <a:schemeClr val="accent1">
              <a:lumMod val="75000"/>
              <a:lumMod val="75000"/>
              <a:lumMod val="75000"/>
            </a:schemeClr>
          </a:solidFill>
          <a:prstDash val="solid"/>
          <a:round/>
        </a:ln>
      </a:spPr>
      <a:bodyPr rtlCol="0" anchor="ctr"/>
      <a:lstStyle>
        <a:lvl1pPr lvl="0" algn="ctr"/>
      </a:lstStyle>
    </a:lnDef>
  </a:objectDefaults>
  <a:extraClrSchemeLst/>
</a:theme>
</file>

<file path=ppt/theme/theme2.xml><?xml version="1.0" encoding="utf-8"?>
<a:theme xmlns:a="http://schemas.openxmlformats.org/drawingml/2006/main" name="Theatrical">
  <a:themeElements>
    <a:clrScheme name="Monochrome">
      <a:dk1>
        <a:srgbClr val="000000"/>
      </a:dk1>
      <a:lt1>
        <a:srgbClr val="FFFFFF"/>
      </a:lt1>
      <a:dk2>
        <a:srgbClr val="212B35"/>
      </a:dk2>
      <a:lt2>
        <a:srgbClr val="F9FCFE"/>
      </a:lt2>
      <a:accent1>
        <a:srgbClr val="414E59"/>
      </a:accent1>
      <a:accent2>
        <a:srgbClr val="616F79"/>
      </a:accent2>
      <a:accent3>
        <a:srgbClr val="7C8690"/>
      </a:accent3>
      <a:accent4>
        <a:srgbClr val="9CA4AC"/>
      </a:accent4>
      <a:accent5>
        <a:srgbClr val="B4BCC6"/>
      </a:accent5>
      <a:accent6>
        <a:srgbClr val="C4D1D9"/>
      </a:accent6>
      <a:hlink>
        <a:srgbClr val="0070C0"/>
      </a:hlink>
      <a:folHlink>
        <a:srgbClr val="ED4F39"/>
      </a:folHlink>
    </a:clrScheme>
    <a:fontScheme name="Theatrical">
      <a:majorFont>
        <a:latin typeface="Raleway"/>
        <a:ea typeface=""/>
        <a:cs typeface=""/>
      </a:majorFont>
      <a:minorFont>
        <a:latin typeface="Jura"/>
        <a:ea typeface=""/>
        <a:cs typeface=""/>
      </a:minorFont>
    </a:fontScheme>
    <a:fmtScheme name="Theatric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noFill/>
          <a:prstDash val="solid"/>
        </a:ln>
        <a:ln w="25400" cap="flat">
          <a:solidFill>
            <a:schemeClr val="phClr"/>
          </a:solidFill>
          <a:prstDash val="solid"/>
        </a:ln>
        <a:ln w="38100" cap="flat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 dpi="0" rotWithShape="1">
          <a:blip xmlns:r="http://schemas.openxmlformats.org/officeDocument/2006/relationships"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tx="0" ty="0" sx="100000" sy="100000" algn="tl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lvl1pPr lvl="0" algn="ctr"/>
      </a:lstStyle>
      <a:style>
        <a:lnRef idx="0">
          <a:scrgbClr r="0" g="0" b="0"/>
        </a:lnRef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w="19050" cap="flat">
          <a:solidFill>
            <a:schemeClr val="accent1">
              <a:lumMod val="75000"/>
              <a:lumMod val="75000"/>
              <a:lumMod val="75000"/>
            </a:schemeClr>
          </a:solidFill>
          <a:prstDash val="solid"/>
          <a:round/>
        </a:ln>
      </a:spPr>
      <a:bodyPr rtlCol="0" anchor="ctr"/>
      <a:lstStyle>
        <a:lvl1pPr lvl="0" algn="ctr"/>
      </a:lst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577</Words>
  <Application>Microsoft Macintosh PowerPoint</Application>
  <PresentationFormat>On-screen Show (16:9)</PresentationFormat>
  <Paragraphs>98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Raleway-demi_bold</vt:lpstr>
      <vt:lpstr>Source Sans Pro</vt:lpstr>
      <vt:lpstr>Jura</vt:lpstr>
      <vt:lpstr>Lato</vt:lpstr>
      <vt:lpstr>Jura-medium</vt:lpstr>
      <vt:lpstr>Theatrical</vt:lpstr>
      <vt:lpstr>Diabetes detection through eyes</vt:lpstr>
      <vt:lpstr>Presenters names</vt:lpstr>
      <vt:lpstr>Introduction</vt:lpstr>
      <vt:lpstr> Traditional Detection Methods</vt:lpstr>
      <vt:lpstr>Role of Artificial Intelligence (AI)</vt:lpstr>
      <vt:lpstr> AI Modules for Diabetes Detection</vt:lpstr>
      <vt:lpstr>Advantages of AI in Detection</vt:lpstr>
      <vt:lpstr>Challenges and Limitations</vt:lpstr>
      <vt:lpstr>Case Studies and Real-World Applications</vt:lpstr>
      <vt:lpstr>Future Perspectives</vt:lpstr>
      <vt:lpstr> Conclusion</vt:lpstr>
      <vt:lpstr>References</vt:lpstr>
      <vt:lpstr>Screenshot of working project </vt:lpstr>
      <vt:lpstr>Graph distribution 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Sanskar</dc:creator>
  <cp:lastModifiedBy>Priyanshu Singh</cp:lastModifiedBy>
  <cp:revision>3</cp:revision>
  <dcterms:created xsi:type="dcterms:W3CDTF">2024-11-21T09:31:34Z</dcterms:created>
  <dcterms:modified xsi:type="dcterms:W3CDTF">2025-10-28T07:20:42Z</dcterms:modified>
</cp:coreProperties>
</file>